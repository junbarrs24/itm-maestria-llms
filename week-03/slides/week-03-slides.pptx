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0" r:id="rId43"/>
    <p:sldId id="301" r:id="rId44"/>
    <p:sldId id="30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4"/>
    <p:restoredTop sz="78941"/>
  </p:normalViewPr>
  <p:slideViewPr>
    <p:cSldViewPr snapToGrid="0" snapToObjects="1">
      <p:cViewPr varScale="1">
        <p:scale>
          <a:sx n="105" d="100"/>
          <a:sy n="105" d="100"/>
        </p:scale>
        <p:origin x="9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36:51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15201 10598 8191,'-3'3'0,"-7"-1"3276,-20-2-2383,0 0 1,-6 0-894,5 1 0,-3-1 0,-3 1 0,-1 0-55,8-1 0,-1 1 0,-1-1 0,-1 0 0,0 1 0,0-1 55,0 1 0,0 0 0,-1 0 0,0 0 0,-1 0 0,1 0 0,-1 0 0,2 0 0,-1 0 0,0 1 0,-1-1 0,1 0 0,1 1 0,0-1 0,2 0 0,-7 1 0,1-1 0,1-1 0,1 2 0,-3 0 127,2 0 0,-3 1 0,-1 1 0,2 0 0,2 0 0,4-1-127,-5 1 0,4 0 0,0 1 819,4-1 0,0 1 0,1 0 0,2 1-151,-5 2 1,5 1-669,-4 13 0,8-5 3276,7 3-2903,11-5 2057,2-4-2430,2 10 197,0-5-197,1 13 0,0-7 0,5-2 0,1 2 0,0-4 0,2 0 0,4 8 0,1 0 0,1-1 0,0 0 0,1-2 0,2 2 0,1-3 0,2 2 0,2-1-770,0-2 0,3 1 1,2-1-1,0 2 770,0-2 0,1 2 0,1 0 0,1 0 0,-1-1 0,-4-3 0,1 0 0,-1 0 0,1 0 0,1 1 0,0-1-469,-1 0 1,1 0 0,1 0 0,0 0 0,0 0 0,-1-1 0,-1 0 467,1 0 1,-1-2-1,0 1 1,-1-1-1,1 0 1,0 0 0,0 0 0,1 0 0,1-1 0,-1 1 0,-1-1 0,1-2-256,0 1 0,0-2 0,0 0 0,-1-1 1,0-1 255,4 0 0,-2-1 0,1 0 0,-1-1 0,3 1 0,-1 0 0,1 0 0,0 0 0,1-1 0,1 1 0,0-1 0,0 0 0,1 1 0,-1-1 0,1 0 0,1-1 0,-1 0 0,1-1 0,0 0 0,0-1 0,-3 0 0,1-2 0,-1 0 0,0 0 0,0-1 0,0-1 0,-1-1 0,0 0-246,6-1 0,-1-2 0,-1-1 246,1-2 0,-1-1 0,-1-1 602,-9 1 1,-1-1 0,0-1-603,2-3 0,0-2 0,-3 0 0,4-2 0,-2-2 0,-5 3 0,-1-2 0,0 0 0,5-8 0,-1-2 0,-2-1 0,-2-1 0,-2 0 0,-2-1 1615,-5 3 1,-2 0-1616,0-2 0,-2 1 854,-3-2 0,-2 1-854,0 2 0,-2-1 0,-1-3 0,-2 0 0,-5 0 0,-2 1 0,1 4 0,-4-1 0,-7 0 0,-4-2 0,-2 2-145,3 6 1,0 1 0,-2-1 144,-1-1 0,-2 0 0,-1-1 0,1 2 0,2 2 0,0 1 0,1 0 0,0 1 0,-5-3 0,2 2 0,-2-1-194,-1-1 1,0-1-1,1 2 194,3 4 0,1 1 0,-1 0 0,-4-3 0,0 1 0,0 0 0,0 1 0,0 1 0,0 1 0,2 0 0,-1 0 0,0 2 0,1 0 0,1 1 0,-1 1 0,0 1 0,0 0 0,0 1 0,-2 2 0,0 1 0,0 1 0,0 0 0,-1 1 0,2 0-106,4 2 1,2 0-1,-2 0 106,-3 0 0,0 0 0,1 0 0,0-1 0,2 1 0,-9-1 0,0-1 0,7 1 0,3 0 752,4 0 1,1-1-753,-13 0 1091,17 1-1091,7 0 0,8 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16:06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8962 3530 8191,'-13'8'0,"-12"4"0,2-5 0,-7 0 0,-6-1 0,-4 1 0,15-4 0,-2 0 0,-2 1 0,-3-1 0,-1 0 0,-1 0 0,-2 0 0,-1 0 0,-1 0 0,-1 0 0,-1 0 0,0 0 0,0 0 0,0 1 0,8-2 0,1 1 0,-2 0 0,0-1 0,-1 1 0,0-1 0,-1 1 0,0 0 0,0-1 0,-2 1 0,1 0 0,-1 0 0,0 0 0,-1-1 0,0 1 0,0 0 0,0 0 0,-1 0 0,0 0 0,0 0 0,0 1 0,0-1 0,0 0 0,-1 1 0,1-1 0,4 0 0,0 0 0,0 0 0,0 1 0,-1-1 0,0 0 0,0 0 0,0 1 0,-1-1 0,0 1 0,0-1 0,-1 1 0,1-1 0,-1 1 0,1 0 0,-1-1 0,0 1 0,0 0 0,0-1 0,-1 1 0,1 0 0,0 0 0,0 0 0,0-1 0,0 1 0,0 0 0,0 0 0,0 0 0,0 0 0,0 0 0,1 0 0,-1 0 0,1 0 0,0 0 0,0 0 0,0 0 0,-1 0 0,0 0 0,1 0 0,-1 0 0,0 0 0,0 0 0,1 1 0,-1-1 0,0 0 0,0 0 0,0 0 0,1 1 0,-1-1 0,1 0 0,-1 0 0,1 1 0,-1-1 0,1 1 0,0-1 0,0 0 0,0 1 0,1-1 0,0 1 0,-1 0 0,1-1 0,1 1 0,-1 0 0,1 0 0,0-1 0,0 1 0,0 0 0,-3 1 0,0-1 0,1 1 0,-1-1 0,0 1 0,1 0 0,0 0 0,-1-1 0,2 1 0,-1 0 0,0 0 0,1 0 0,0 0 0,0 0 0,1 0 0,-1 0 0,1 0 0,1 1 0,-1-1 0,1 0 0,0 1 0,1-1 0,0 1 0,0-1 0,1 1 0,0 0 0,-8 2 0,0-1 0,1 1 0,-1 1 0,1-1 0,1 0 0,0 1 0,0-1 0,1 1 0,1 0 0,0-1 0,2 1 0,0-1 0,2 1 0,0-1 0,2 0 0,1 0 0,-9 3 0,2 0 0,3 0 0,1-1 0,2 1 0,-1 0 0,0 1 0,-1 0 125,1 0 1,-2 1 0,0 0 0,-1 1 0,1 0 0,2 0 0,2-1-1,3 0 1,3-1-126,-7 7 0,6-1 0,-1 2 375,1-1 1,-2 1 0,-1 1 0,2 1 0,4-1-376,-1 6 0,4 1 0,0 1 0,3-5 0,0 1 0,0 1 0,0 1 0,2 0 450,2 2 0,0 0 1,2 2-1,0-1 1,0 0-451,0-2 0,0 0 0,1 0 0,1 0 0,0 1 0,1 4 0,1 0 0,0 1 0,2-1 0,-1-2 0,1 2 0,1-3 0,0 1 0,0 2 0,1-2 0,1 1 0,-1 2 0,1 1 0,1-1 0,-1 0 430,1 2 0,0 0 0,0 0 0,1 0 1,0 1-431,1-6 0,-1 0 0,1 0 0,0 1 0,1 0 0,1-1 0,1 0 0,3 5 0,1-1 0,1 0 0,1-1 0,1 0 0,2-2 0,0-3 0,0-1 0,1-1 0,1 0 0,4-2 0,3 0-277,-2-6 0,4 0 0,2-1 0,1 0 0,2-2 0,1 0 0,1-1 0,0-1 0,0-1 277,-1-2 0,0-1 0,1-1 0,1 0 0,1-2 0,0 0 0,1-1 0,0-1 0,2 0 0,0-1-159,-5 0 0,0-2 0,1 1 0,0-1 0,1-1 0,1 0 0,0 0 1,0-1-1,1 0 0,0 0 0,1-1 0,0 0 0,-1 0 0,1-1 1,0-1 158,-3 1 0,1-1 0,-1-1 0,1 0 0,0 0 0,1-1 0,-1 0 0,1 0 0,0-1 0,0 0 0,1 0 0,-1 0 0,1 0 0,0-1 0,0 1 0,0 0 0,0-1 0,1 1-73,-5 1 0,1-1 1,-1 0-1,1 0 1,-1 0-1,1 0 1,0 0-1,0-1 1,0 1-1,0-1 1,1 1-1,-1-1 0,1 1 1,0-1-1,1 0 1,0 0-1,0 0 1,0 0-1,1 0 1,0 0-1,0 0 1,1 0 72,-6 1 0,1-1 0,0 1 0,0-1 0,0 1 0,1-1 0,0 0 0,1 0 0,-1 0 0,1 0 0,0 0 0,1 0 0,-1 0 0,1-1 0,-1 1 0,1 0 0,0 0 0,0 0 0,0 0 0,0 0 0,0 0 0,0 0 0,0 0 0,0 0 0,0 0 0,0 1 0,0-1 0,0 1 0,-1 0 0,1 0 0,-1 0-31,0 0 1,0 1-1,0-1 1,0 1 0,0-1-1,0 1 1,0 0 0,0-1-1,0 1 1,0 0 0,0 0-1,0 1 1,0-1-1,0 0 1,0 0 0,0 1-1,0-1 1,0 0 0,0 1-1,0-1 1,1 1 0,-1-1-1,0 1 1,1-1-1,0 1 1,0-1 0,0 1-1,0-1 1,0 1 0,0-1-1,1 1 31,-2 0 0,0-1 0,0 1 0,1 0 0,-1 0 0,1-1 0,0 1 0,0 0 0,0 0 0,1 0 0,-1-1 0,1 1 0,-1 0 0,1 0 0,-1 0 0,1 0 0,0 0 0,0 0 0,-1 0 0,1 0 0,0 0 0,-1 0 0,1 1 0,-1-1 0,1 0 0,-1 0 0,0 1 0,0-1 0,0 0 0,0 1 0,0-1 0,-1 0 0,0 1 0,0-1 0,0 1 0,3-1 0,-1 1 0,0-1 0,0 1 0,0 0 0,0-1 0,0 1 0,0 0 0,-1 0 0,1 0 0,-1 0 0,1 0 0,-1 0 0,0 0 0,0 0 0,0 0 0,0 0 0,0 0 0,0 0 0,-1 0 0,1 0 0,0 0 0,-1 0 0,1 0 0,0 0 0,-1 0 0,1-1 0,-1 1 0,0-1 0,1 1 0,0-1 0,1 0 0,-1 1 0,1-1 0,-1 1 0,1-1 0,-1 0 0,1 1 0,-1-1 0,0 0 0,0 1 0,1-1 0,-1 0 0,0 0 0,0 0 0,-1 0 0,1 0 0,0 0 0,-1 0 0,1-1 0,-1 1 0,0-1 0,0 0 0,0 1 0,-1-1 0,1-1 0,-1 1 0,0 0 0,2-1 0,0 0 0,0 0 0,0 0 0,0-1 0,-1 1 0,0 0 0,0-1 0,0 0 0,0 1 0,-1-1 0,1 0 0,-1 0 0,0-1 0,1 1 0,-1-1 0,0 1 0,0-1 0,0 0 0,0 0 0,0-1 0,1 1 0,-1-1 0,0 0 0,1 0 0,1-1 0,-1 1 0,1-1 0,-1 0 0,0 0 0,1-1 0,-1 1 0,0-1 0,1 0 0,-1 0 0,0 0 0,0 0 0,0 0 0,-1-1 0,1 0 0,0 1 0,-1-1 0,0 0 0,1 0 0,-1 0 0,0 0 0,-1 0 0,1-1 0,0 1 0,-1-1 0,1 0 0,-1 0 0,0 0 0,-1 0 0,1 0 0,0 0 0,-1-1 0,1 0 0,-1 1 0,1-1 0,-1 0 0,1 0 0,-1 0 0,0 0 0,1 0 0,-1 0 0,0 0 0,1 0 0,-1 0 0,1 0 0,0-1 0,0 1 0,0-1 0,0 1 0,-1-1 0,1 0 0,0 0 0,0 0 0,0 0 0,-1 0 0,1 0 0,0 0 0,-1 0 0,1 0 0,0 0 0,-1 0 0,1 0 0,-1 0 0,0 0 0,1 0 0,-1 1 0,0-1 0,1 0 0,0 0 0,0 0 0,-1 0 0,1 0 0,0 0 0,-1 0 0,1 0 0,-1 0 0,1 0 0,-1 1 0,0-1 0,0 0 0,0 0 0,0 1 0,0-1 0,-1 1 0,0-1 0,1 1 0,-2 0 0,4-2 0,-1 1 0,-1 0 0,1 0 0,0 0 0,-1 0 0,0 0 0,1 0 0,-1 1 0,-1-1 0,1 0 0,-1 1 0,0-1 0,0 1 0,0 0 0,0-1 0,-1 1 0,0 0 0,4-2 0,0 1 0,-1-1 0,0 1 0,0 0 0,-1 0 0,0 0 0,0 0 0,0 0 0,0 0 0,0-1 0,0 1 0,1-1 0,0 0 0,-1 0 0,1 0 0,0 0 0,1-1 0,-1 1 0,1-1 0,-1 0 0,1 0 0,-1 0 0,0 0 0,0 1 0,-1 0 0,-1 0 0,0 0 0,0 1 0,3-2 0,-1 0 0,0 1 0,-1 0 0,0 0 0,-1 1 0,0 0 0,1-1 0,-1 0 0,0 1 0,1-1 0,0-1 0,1 1 0,-1-1 0,1 0 0,0 0 0,-1 1 0,1-1 0,-2 1 0,1-1 0,-1 2 0,-1-1 69,2 1 0,0-1 0,-1 1 0,0-1 0,0 2 0,-1-1 1,-1 1-1,-1 0 0,-1 1-69,4-3 0,-1 1 0,-2 1 0,0-1 0,0 1 0,2-1 138,0 0 0,1 0 0,0 0 0,1-1 0,-1 1 0,0 0 0,-1 0-138,3-1 0,-1 0 0,-1 1 0,0-1 0,0 1 0,0 0 247,-1 0 1,0 0 0,-1 0 0,1 0 0,-1 1 0,0-1-248,4-1 0,0 0 0,-1 0 0,0 0 0,-1 0 700,1-1 0,0 1 0,-2-1 0,0 0-700,-4 2 0,0-1 0,-1-1 0,-4 1 797,0-3 1,-3 1 0,-3-4-798,1-9 0,-5-4 0,-8-5 0,-8 13 0,-4-2 0,-4-3 0,-3-1 0,-2-2 0,-2 0 0,0 0 0,0 0-162,4 6 0,-1 1 0,0-2 1,-1 0-1,-1 0 0,0-1 1,-1 0-1,-1 0 0,-1 0 1,0 0-1,-1 1 0,-1-1 1,-1 1 161,3 4 0,-1 0 0,-1-1 0,0 1 0,-1-1 0,-1 1 0,0-1 0,-1 1 0,0 0 0,-1-1 0,0 1 0,0 1 0,-1-1 0,0 1 0,-1 1 0,1 0 0,-1 0 0,-1 1-107,2 1 1,0 1-1,-1-1 1,0 1-1,-1 0 1,1 0 0,-1 0-1,-1 1 1,0-1-1,0 2 1,0-1 0,-1 2-1,0-1 1,0 1-1,-1 1 1,0 0 0,-1 1-1,1 0 1,-1 1-1,-1 1 107,3 1 0,0 0 0,-1 1 0,0 0 0,-1 1 0,1 0 0,-1 1 0,-1 0 0,1 1 0,-1 0 0,0 0 0,0 1 0,-1 0 0,0 1 0,0 0 0,0 0 0,-1 1 0,0 1 0,0 0 0,0 0 0,-1 1 0,0 0 0,0 1-77,4 0 1,0 1 0,-1 0 0,0 1 0,0 0 0,0 1 0,-1 1 0,0-1 0,0 1 0,0 1 0,-1-1-1,0 1 1,1 1 0,-2-1 0,1 1 0,0 0 0,-1 1 0,1-1 0,-1 1 0,0 0 0,1 0 0,-1 0 0,0 1-1,0-1 1,0 1 0,0-1 0,0 1 0,0 0 0,0-1 0,0 1 76,2-1 0,1 0 0,0 1 0,0 0 0,-1 0 0,1 0 0,-1 0 0,1 0 0,-1 0 0,0 1 0,0 0 0,1-1 0,-1 1 0,0 0 0,0 1 0,0-1 0,-1 0 0,1 1 0,0 0 0,-1-1 0,1 1 0,-1 0 0,1 0 0,-1 1 0,0-1 0,1 0 0,-1 1 0,0 0 0,0-1 0,-1 1 0,1 0 0,0 0 0,0 0 0,-1 0 0,1 0-42,2 0 0,1-1 0,-1 1 1,0 0-1,0 0 0,0 0 0,0 0 1,0 1-1,0-1 0,0 1 0,-1 0 1,1-1-1,-1 1 0,0 0 0,1 0 1,-1 0-1,0 1 0,0-1 0,0 0 1,0 1-1,0-1 0,0 1 0,0-1 1,0 1-1,0 0 0,0-1 0,0 1 1,0 0-1,0 0 0,0 0 0,0 0 1,0 0-1,0 0 0,0 0 0,0 0 1,0 0-1,0 0 0,1 0 0,-1 0 1,0 0-1,1 0 0,-1 0 42,0 0 0,1 0 0,-1 0 0,0 1 0,1-1 0,-1 0 0,0 1 0,1-1 0,-1 1 0,1-1 0,-1 1 0,0-1 0,1 1 0,-1 0 0,1-1 0,-1 1 0,0 0 0,1 0 0,-1 0 0,1 0 0,-1-1 0,1 1 0,-1 0 0,1 0 0,-1 0 0,1 0 0,-1 1 0,1-1 0,-1 0 0,1 0 0,-1 0 0,0 0 0,1 0 0,-1 1 0,1-1 0,-1 0 0,1 0 0,0 1 0,-1-1 0,1 0 0,-1 0 0,1 1 0,0-1 0,0 0 0,0 0 0,0 0 0,-1 1 0,1-1 0,0 1 0,0-1 0,-1 0 0,1 1 0,-1-1 0,1 1 0,-1 0 0,1-1 0,-1 1 0,1-1 0,-1 1 0,1 0 0,0-1 0,-1 1 0,1 0 0,0 0 0,-1-1 0,1 1 0,0 0 0,0-1 0,0 1 0,0 0 0,0-1 0,1 1 0,-1 0 0,1-1 0,0 1 0,0-1 0,0 1 0,0-1 0,0 1 0,0-1 0,1 1 0,0-1 0,0 0 0,0 1 0,0-1 0,-3 1 0,0 1 0,0 0 0,0-1 0,1 1 0,-1-1 0,1 1 0,0-1 0,0 0 0,0 1 0,1-1 0,-1 0 0,1 0 0,0 1 0,0-1 0,0 0 0,0 0 0,0 1 0,0-1 0,0 0 0,1 0 0,-1 1 0,1-1 0,-1 0 0,1 0 0,-1 1 0,1-1 0,-1 0 0,1 1 0,-1-1 0,1 1 0,-1-1 0,0 1 0,1-1 0,-2 1 0,-1 1 0,1-1 0,-1 1 0,0-1 0,-1 1 0,1 0 0,-1 0 0,1 0 0,-1 0 0,1 0 0,-1 0 0,1 0 0,0 0 0,-1-1 0,1 1 0,1 0 0,-1 0 0,1 0 0,0-1 0,1 1 0,0-1 0,0 0 0,1 0 0,0 0 0,1 0 0,0-1 0,1 1 0,1-1 0,1 0 0,0-1 0,0 1 0,-8 3 0,1 0 0,1 0 0,1 0 0,1-1 0,1-1 0,0 1 0,1 0 0,1-1 0,0 0 0,0 0 0,0 0 0,0 1 0,0-1 0,0 1 0,-1-1 25,-3 2 1,-1 1 0,0 0 0,0 0 0,-1 0 0,1 0 0,0-1 0,1 1 0,1-1 0,1 0 0,1-1 0,2 0 0,1-1 0,2-1-26,-7 4 0,3-1 0,2-1 0,1 0 0,2-1 0,-1 0 491,-5 3 1,0 0-1,2-1 1,1-1-492,-2 1 0,1-1 0,6-2 3183,-6 3-3183,16-11 3276,12-5-1793,-5 8 1793,-7 13-1185,-3 6-1718,6-9 0,0-1-373,-2 4 0,4-7 0,6-11 0,2-7 0,-1-5 0,1-3 0,1-2 0,0 4 0,0 5 0,0 2 0</inkml:trace>
  <inkml:trace contextRef="#ctx0" brushRef="#br0" timeOffset="19027">14994 7637 24575,'-34'0'0,"1"0"0,4 0 0,-3 0 0,-4 0 0,-2 0 0,-2 0 0,9 0 0,-1 0 0,-2 0 0,-1 0 0,-1 0 0,-1 0 0,0 0 0,-2 0 0,0 0-235,6 0 1,0 0 0,-2 0 0,0 0 0,-1 0 0,0 0 0,-1 0 0,0 0 0,0 0 0,-1 0 0,1 0 0,0 0 0,-1 0 0,2 0 15,0 0 1,0 0-1,1 0 1,-1 0-1,0 0 1,0 0-1,-1 0 1,1 0-1,0 0 1,0 0 0,0 0-1,0 0 1,0 0-1,0 0 1,1 0-17,-2 0 1,0 1 0,-1-1 0,1 0 0,0 0 0,-1 1 0,1-1 0,0 0 0,1 1 0,0-1 0,0 1 0,1-1 0,1 0 0,0 1-94,-5-1 0,0 0 0,1 1 1,0-1-1,1 0 0,1 0 1,0 1-1,1 0 0,1 0 1,0 1 375,-2 0 1,1 1 0,1 1 0,0-1 0,1 1 0,1 0 0,2-1 0,1 1-49,-12 1 0,4-1 0,1 1 0,1 2-54,2 1 1,0 1 0,2 0 0,4 1 53,-5 2 0,6 1 1638,5-2 0,4 1-1175,0 7 2813,11 11-2118,6-6 0,0 3-1158,0-2 0,0 1 0,0 2 544,0 6 0,0 1 0,0 1-544,0-6 0,0 0 0,0 0 0,0 1-416,0 2 0,0 0 0,0 0 0,0 1 416,0-4 0,0 1 0,0 0 0,0 1 0,1 1-547,2 2 1,0 1 0,2 1 0,0 1 0,1 0 0,1-1 477,-1-5 0,2 0 0,0 0 0,2-1 1,-1 2-1,2-1 0,0 1-341,1-1 0,1 2 1,0-1-1,1 1 1,0 0-1,2 0 0,0-2 1,2 0 380,0-1 1,1 0 0,1-1-1,1 0 1,1 0 0,0-2-1,1 1 1,0-2 28,1 0 0,0-1 0,0 0 0,2 0 0,0-2 0,0 1 0,1-2 0,1 0 0,-2-2 0,0 0 0,1-1 0,1 0 0,-1-1 0,2-1 0,-1 0 0,2-1 0,-1-2-265,1 0 0,1-1 0,-1-1 1,2-1-1,-1 0 0,2-2 1,-1 1-1,1-2 0,0 0 265,1 1 0,2-2 0,-1 0 0,1-1 0,0-1 0,1 0 0,0-1 0,0 0 0,1-1-160,-5-1 0,0 0 0,1 0 0,0-2 0,0 1 0,0-1 0,1-1 0,0 0 0,0 0 0,0-1 0,1 0 160,-1 0 0,1-2 0,0 0 0,1 0 0,-1-1 0,1 0 0,0 0 0,1-1 0,-1 0 0,0 0 0,1 0 0,-1 0-55,-2 1 1,-1-1 0,0 0 0,1 0 0,0 0 0,-1 0 0,1-1 0,0 1 0,0-1 0,0 0-1,0 0 1,0-1 0,0 0 0,0 0 54,1 0 0,0-1 0,0 0 0,0-1 0,0 1 0,0-1 0,0 0 0,0-1 0,0 1 0,0 0 0,0-1 0,-1 1 0,0-1 0,1 1-32,0-1 1,1 0 0,-1 0 0,1 0-1,-1 0 1,0-1 0,0 1 0,0 0-1,-1-1 1,1 1 0,-1-1 0,0 0 0,0 0 31,0 0 0,-1 0 0,1 0 0,0 0 0,-1-1 0,0 1 0,0-1 0,-1 0 0,1 1 0,-1-1 0,0 0 0,-1 1 13,4-2 1,1 0 0,-1 0 0,-1-1-1,1 1 1,-1 0 0,-1 0 0,0 0-1,-1 0 1,0 0-14,2-1 0,-2 1 0,0 0 0,-1 0 0,0 0 0,0-1 0,0 1 0,0-2 95,0 0 1,0 0-1,1 0 1,-1-1-1,0 0 1,-1 0 0,-1-1-1,-2 1-95,3-2 0,-1 0 0,-2-1 0,-1 0 0,1 0 0,-1-2 203,2-2 1,-1-2 0,1 0 0,-2-1 0,0 0 0,-3-1-204,-2 1 0,-2 0 0,-1-1 0,-1 0 0,0 0 0,-2 0 398,1-5 1,-2 1-1,-1-1 1,-1 0-1,-1 0-398,-1 0 0,-2 0 0,-1 0 0,-1 1 0,-1 1 671,0-1 1,-1 2-1,0 0 1,-2 1-672,0-8 0,0 1 0,-3 2 1342,-3-5 1,-4 2-1343,-1 9 0,-2 0 0,-4 2 0,-2 3 0,-3 1 0,-4 0-14,-1 4 1,-4 0 0,-3 0 0,0 1 0,-2 2 13,5 2 0,-2 2 0,0 1 0,-1 0 0,-1 1 0,-2-1-326,2 1 0,-1 1 0,-2-1 0,0 1 1,-2 1-1,1-1 0,-1 1 0,1 1 326,2 0 0,0 1 0,-1 0 0,0 0 0,0 1 0,1 0 0,-1 0 0,1 0 0,1 1 0,-4-1 0,2 0 0,0 1 0,0 0 0,0 1 0,-3-1 0,-1 1-274,7 0 1,-2 0 0,-1 0 0,-2 0 0,0 0 0,0 0 0,-1 1 0,1-1 0,-1 1 0,2 0 0,1 1 0,2-1 270,-4 1 1,3 1 0,0 0 0,2 0-1,-1 0 1,0 0 0,-1 1 0,-1-1 0,-2 1-187,4-1 1,-2 1 0,-1-1 0,-1 0 0,0 1 0,-1 0 0,0-1-1,0 1 1,0 1 0,0-1 0,1 0 0,1 1 0,1 0 188,-1 1 0,1 0 0,0 1 0,0-1 0,1 1 0,0 0 0,1 0 0,0 0 0,0 0 0,1 1 0,0-1-75,-5 1 1,0 1 0,2-1-1,0 1 1,0 0 0,0 0-1,0 1 1,-1 0 74,1 0 0,0 1 0,-1-1 0,0 2 0,0-1 0,1 1 0,1-1 0,0 1 0,2-1 0,-4 2 0,2 0 0,0-1 0,2 1 0,-2 1 0,0 0 82,4-1 0,-2 0 0,1 0 0,-1 1 0,0-1 0,0 1 0,2 0 0,1-1-82,-4 2 0,1 0 0,1 1 0,1-1 0,1 0 0,-1 0 364,-1 2 1,0 0 0,0-1 0,2 1-1,0 0-364,-2 1 0,0 0 0,2 1 0,-1-2 695,2 0 0,0 0 1,0 0-1,1-1-695,1-1 0,1-1 0,1 0 0,-1 0 0,-7 4 0,0-1 0,2 0 1092,4-4 0,1 0 0,1-1-953,-9 6 0,3-3 3087,-3 3-3226,8-5 497,18-8 0,4-3 1,3-1-1</inkml:trace>
  <inkml:trace contextRef="#ctx0" brushRef="#br0" timeOffset="19994">12569 8993 8191,'23'3'0,"-2"-2"0,6 0 0,6-1 0,-6-1 0,4 0 0,3-2 0,3 1 0,1-1 0,2 0 0,0 0 0,0 0 0,-6 1 0,-1-1 0,2 1 0,0-1 0,1 1 0,1-1 0,0 0 0,1 0 0,0 0 0,1 0 0,1 0 0,1 0 0,-9 1 0,2-1 0,-1 1 0,2-1 0,0 0 0,0 0 0,1 0 0,0 0 0,0 0 0,1 1 0,0-1 0,0 0 0,1 0 0,-1 0 0,0 0 0,1 1 0,-1-1 0,1 1 0,-1 0 0,-1-1 0,0 1 0,0 0 0,0 1 0,1-1 0,0 0 0,0 0 0,0 1 0,0-1 0,0 0 0,1 1 0,-1-1 0,0 1 0,0-1 0,0 1 0,0-1 0,0 1 0,-1-1 0,0 1 0,0-1 0,0 1 0,1-1 0,-1 1 0,1-1 0,0 1 0,0-1 0,-1 0 0,1 1 0,-1-1 0,0 1 0,0-1 0,0 1 0,-1-1 0,1 1 0,-1 0 0,0 0 0,-1 0 0,0 0 0,0 0 0,0 0 0,6 1 0,-1-1 0,1 1 0,-1 0 0,1 0 0,-2 0 0,1 0 0,-1 0 0,-1 0 0,-1 1 0,-1-1 0,0 0 0,-2 0 0,-1 0 149,8 0 1,-1 0 0,-2 0 0,-1 0-1,-1 0 1,-2 0 0,-1 0 0,-2 0-150,10 1 0,-3-1 0,-4 1 0,-3-1 1311,1 1 0,-5-1-1311,10 2 3276,-41-4-3115,-14-5 0,4 3 1,0-2-1</inkml:trace>
  <inkml:trace contextRef="#ctx0" brushRef="#br0" timeOffset="20660">14041 9402 24575,'26'-11'0,"0"0"0,-1 0 0,3 0 0,3-2 0,2-1 0,2 0 0,3 1 0,0-1-328,-7 4 0,1 0 0,1 0 1,2 1-1,0-1 0,1 0 1,1 0-1,0 0 0,1 1 1,0-1 92,-6 2 1,2-1 0,0 0 0,1 1 0,1-1 0,0 1 0,0-1 0,0 1 0,0-1 0,0 1 0,0 0 0,0 1 0,-1 0 0,0 0-40,2 0 1,0 0 0,1 0 0,-1 1 0,-1 0 0,1 0 0,0 1 0,-1 0 0,0 0 0,-1 0 0,1 0 0,-1 1 124,3-1 0,1 1 0,0-1 0,-1 1 0,1 0 0,-2 1 0,-1 0 0,0 0 0,-2 1 0,-2 0 336,6 1 1,-1 1 0,-2 0-1,-2 1 1,-1-1 0,-1 0-188,5 0 0,-3 0 0,-2 0 0,-2 0 966,9 0 0,-5 0-966,0 0 0,-33-1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13:17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19210 1789 24575,'-3'30'0,"2"-10"0,0 3 0,2 6 0,1 3 0,-1-3 0,1 4 0,-1 0-1093,0 2 1,1 2 0,-2 1 1046,1-4 1,-1 0-1,0 2 1,-1-1-364,-1 1 0,-1-1 1,0 2-1,1-1 409,0-6 0,0 1 0,0-1 0,1 1 0,-1 0 0,0 0 0,0 0 0,0 1 0,0-1 0,0-1 0,1 3 0,0-1 0,0 0 0,1 0 118,1 0 0,0 1 1,1-1-1,0-3-118,0-1 0,1-3 0,-1-1 0,1 4 0,1-4 0,2-1 0</inkml:trace>
  <inkml:trace contextRef="#ctx0" brushRef="#br0" timeOffset="3688">19266 1821 24575,'27'-1'0,"-1"1"0,3-1 0,0 0 0,1 0 0,1 1 0,2-1 0,2 0 0,-2 1 0,3 0-295,-6 0 1,2 0 0,-2 0 294,2 0 0,2 0-537,-1 0 0,5 1 0,1-1 0,-4 1 537,-2 0 0,-2 0 0,2 1 0,-4 0 0,1-1 0,2 1 0,-1 0 0,-2 0 0,10 0 0,-3 1 0,-1-1 82,-5 1 1,-1 0 0,0 0-83,-1-1 0,0-1 0,-1 1 0,9-1 0,-2 1 0,-7-2 0,-1 1 0,-3-1 0,0 0 197,-1 0 0,-1 0-197,3 0 0,0 0 932,6 1 0,-1 0-932,-5 0 0,-1 1 262,0-1 1,-1 0-263,-3 0 0,0 0 0,8-3 0,2-1 0,-4 0 0,1-2 0,1 0 0,-1-1 0,-6 0 0,-3 1 0,12-2 0,-13 3 0,2 2 0,-6 2 0,3 0 0,-4 0 0,-4 0 0,3 0 0,1 0 0,8 0 0,1 0 0,0 0 0,-2 2 0,-6 0 0,-1 2 0,-5-1 0,-3-1 0,-1 1 0,-1-3 0,-1 8 0,-3 29 0,-1-8 0,-2 4 0,-1 3-656,2-7 1,-2 3-1,1 1 1,-1 1 0,-1 0 633,2-2 0,-1 0 0,-1 0 1,1 1-1,0 0 0,-1-1 22,0 4 0,-1 0 0,1 0 0,-1-1 0,1 0-253,1-4 1,-1 0 0,1 0 0,0-1 0,1-3 252,-1 8 0,0-3 0,1-1 0,0-4 0,0-2 0,0-1 0,1 3 0,0-2 0,-5 7 0,0 2 1577,4-16 1,0 0-1578,1 0 0,-1 0 1514,-3 12-1514,3-6 0,2-12 0,3-1 0,1-6 0,0 13 0,-6 7 0,3-6 0,1 1 0,-3 0 0,0 0 0,-1 11 0,2-9 0,2-14 0,2-2 0,0-4 0,0 0 0,-6-11 0,-4 0 0,-11-11 0,-8 2 0,10 10 0,-1 0 0,-9-3 0,3 3 0,-5-1 0,1 1 0,1 4 0,0-1 0,-1-2 0,-3-2 0,1 2 0,-3 3 0,3 1 0,9 0 0,1 1 0,-2 0 0,0 1 0,-2 0 0,-1 1 0,-3-1 0,-2 2 0,5-2 0,-2 1 0,1 1 0,2-1 0,1 1 0,-1 0 0,-1-1 0,0 0 0,1 0 0,-7 2 0,1 0 0,0-1 0,0-1 0,3 1 0,0 1 0,2-1 0,0 0 0,-4-1 0,2 1 0,4-1 0,0 1 0,-1-1 0,0 0 0,7 0 0,0 0 0,-9 0 0,7 0 0,11 0 0,1 0 0,7 0 0,-3 0 0,4 0 0,-3-2 0,-1 0 0,-6-2 0,-6-5 0,-4 5 0,-10-2 0,5 6 0,-4 0 0,9 0 0,6-1 0,4 1 0,4-3 0,3 2 0,-1-1 0,0 1 0,3 1 0,-5 0 0,4 0 0,-4 0 0,2-3 0,-5-1 0,0-3 0,-7 2 0,-12 2 0,-5 1 0,0 1 0,0 0 0,0 0 0,2 1 0,9 0 0,0 0 0</inkml:trace>
  <inkml:trace contextRef="#ctx0" brushRef="#br0" timeOffset="11956">18912 1758 24575,'-14'5'0,"-7"11"0,-8 6 0,11-5 0,2 0 0,-1-2 0,-1 2 0,30-18 0,4-4 0,12-3 0,2 1 0,1 3 0,3 8 0,-14 2 0,-1 1 0,11 8 0,-5 6 0,-13-10 0,-6-3 0,-11-4 0,-9 0 0,-15 4 0,-7-2 0,15-2 0,0 0 0,1-2 0,1 0 0,-14 0 0,6-1 0,5-1 0,6-1 0,0-1 0,8 0 0,0-1 0,5 1 0,1 0 0,2 0 0,0 0 0,0 2 0</inkml:trace>
  <inkml:trace contextRef="#ctx0" brushRef="#br0" timeOffset="13243">18774 2073 8191,'2'-10'0,"6"3"3276,0 7-1489,3 0 1031,-3 0-2818,-5 2 1719,-1 2-1719,-8 5 3276,-1 2 0,-5 1-3044,3-4-232,3-3 0,3-1 0,1 0 0,2 1 0,0 1 0,0-2 0,0 0 0,1-1 0,8-2 0,6 4 0,9-2 0,-5 1 0,-1 0 0,-12-2 0,-1 0 0,-3-2 0,-2-4-820,0 2 1,0-2 0,0 4 0</inkml:trace>
  <inkml:trace contextRef="#ctx0" brushRef="#br0" timeOffset="15109">18657 2511 24575,'0'20'0,"0"0"0,0 6 0,0 2 0,0 3 0,0 3 0,0 2-820,0-7 1,0 2 0,0 0 0,0 1 677,0 2 1,0 2 0,0-1 0,0 1 141,0-2 0,0 0 0,0 0 0,0-3 397,0 2 1,0-2 0,0-3-398,0 6 0,0-5 628,0-7-628,0-10 0,0-10 0,-2-13 2021,0 1-2021,-4-14 0,-1 1 0,-1-2 0,0 3 0,2 5 0,2 3 0,2 8 0,0-3 0,1 6 0,0-2 0,-2 3 0,1 0 0,-4 0 0,-4-4 0,-5-2 0,-9-3 0,2-2 0,0 4 0,9 2 0,4 4 0,7 2 0,0 8 0,1-3 0,3 8 0,5-1 0,3 5 0,1 4 0,5 7 0,3 5 0,-1 0-696,-1-2 1,0 0-1,1 2 696,-2-4 0,3 3 0,-1 1 0,1-1 0,-2-3 0,2 3 0,-2-2 0,1-1 0,1 2 0,0 0 0,-3-5 0,-3-5 0,-3-5 0,-1-1 0,-9-18 0,0-12 0,-2-11 2087,-1-1-2087,-1 6 0,-1 0 0,-3-4 0,3 5 0,0 0 0,-2-7 0,3-2 0,1 6 0,0 2 0,2 2 0,-1 5 0,5-18 0,5 2 0,-2 8 0,0-1 0,5-6 0,-2 4 0,-6 18 0,-1 1 0,-2 5 0,0 1 0,0 0 0</inkml:trace>
  <inkml:trace contextRef="#ctx0" brushRef="#br0" timeOffset="25231">19162 1504 24575,'28'0'0,"-1"0"0,1 0 0,0 0 0,2 0 0,2 0 0,2 0 0,2 0 0,-4 0 0,3 0 0,1 0 0,1 0 0,2 0 0,0 0 0,0 0 0,1 0-298,-7 0 0,1 0 0,1 0 0,-1 0 0,2 0 0,-1 0 0,1 0 0,0 0 1,1 0-1,0 0 0,-1 0 45,-2 0 1,1 0 0,-1 0 0,1 0 0,0 0 0,1 0 0,-1 0 0,1 0 0,0 0 0,-1 0 0,1 0 0,0 0 0,0 0-1,0 1 1,1-1 0,0 0 0,1 1 0,-1-1 0,1 0 0,-1 1 0,1-1 0,-1 1 0,-1 0 0,1-1 0,-1 1 0,-1-1-46,2 1 0,0 0 0,0-1 0,-1 1 0,0 0 0,-1 0 0,0 0 0,0-1 1,0 1-1,0 0 0,-1 0 266,2 0 0,0 0 0,-1 0 0,0 0 0,1 0 0,-2 1 0,0-1 0,-1 0 0,0 0 0,-2 0 32,5 1 0,-1 0 0,-2-1 0,0 1 0,-1-1 0,-1 1 0,-1-1-91,2 1 0,0 0 0,-2-1 0,-1 1 0,-1 0 91,12 0 0,-2-1 0,-5 1 1633,-4 1 1,-5-1-1634,3 0 3276,-20-1-1666,-6 0 1666,0 1-2145,-1 0 192,-1-1-1323,-3 0 0,-1-1 0,-5 0 0,2 0 0,-5 0 0,2 0 0,-6-1 0,-6-4 0,4 0 0,-3-2 0,-7-5 0,-3-3 0,7 4 0,0-2 0,-1 1-191,-1-1 0,1 1 0,-1-1 191,1 0 0,-1 0 0,1 1 0,-9 0 0,2 1 0,5 2 0,1 1 0,5 4 0,1 1 0,0 2 0,9 1 0,8 0 0,26 0 573,5-4-573,6 1 0,4 0 0,0 1 0,1 0-389,-5-1 0,1 1 0,1 1 389,-1 3 0,0 1 0,-1 1 0,-5-2 0,0 1 0,-2 2 0,1 0 0,-1 2 0,-4 0 0,-2 0 0,-3 0 0,14 8 0,-20-9 0,-5 3 0,-7-2 1167,-7 3-1167,-10 6 0,-1-3 0,-3 1 0,-3 3 0,-1 0 0,-3 2 0,0 0 0,0 0 0,2 0 0,5-5 0,2-1 0,3-3 0,2 0 0,-5 2 0,9-7 0,8-3 0,-2 0 0,5 1 0,0-2 0,0 2 0,0 0 0,0 0 0,0-1 0,0-1 0,-2-1 0,0 0 0,-1 0 0,1-1 0,1 1 0,1-2 0</inkml:trace>
  <inkml:trace contextRef="#ctx0" brushRef="#br0" timeOffset="26265">20924 682 24575,'25'0'0,"-1"0"0,-4 0 0,-1 0 0,7 0 0,-2 0 0,3 0 0,-1 2 0,-16 3 0,-9 7 0,-6 2 0,-5 16 0,2-15 0,-2 17 0,1 2 0,3-2 0,0-2 0,1-1 0,2-4 0,3-11 0,0-8 0,0 0 0,0-2 0,0-2 0,0 6 0,0-5 0,0 1 0,0-4 0</inkml:trace>
  <inkml:trace contextRef="#ctx0" brushRef="#br0" timeOffset="27166">20892 877 24575,'33'0'0,"-3"0"0,-9 0 0,-2 0 0,5 0 0,-4 0 0,-15 0 0,-1 0 0</inkml:trace>
  <inkml:trace contextRef="#ctx0" brushRef="#br0" timeOffset="28698">21387 701 8191,'-6'0'0,"-5"15"1638,2 5 0,-1 5-791,-5 7 1,0 1-848,0 1 0,-1-1 0,-1 1 0,2-3 2829,0 3-2829,3-6 1731,9-18-1731,6-2 3276,8-5 0,11 2-2975,8 1-301,2-1 0,-13-3 0,0 1 0,16 1 0,-14-2 0,0-1 0,16 1 0,-3-4 0,-9-7 0,-4-6 0,-8 0 0,-3-4 0,-7 9 0,-1-1 0,-7 3 0,-9-2 0,-14 0 0,10 3 0,0 0 0,-3 2 0,0 0 0,-13-2 0,-2 4 0,9 2 0,-2 1 0,12 0 0,2 1 0,11 0 0,-1 0 0,4 2 0,0 0 0,1 0 0,0-2 0,0 0 0</inkml:trace>
  <inkml:trace contextRef="#ctx0" brushRef="#br0" timeOffset="30335">21778 659 8191,'-21'5'0,"4"1"3276,17-2-1489,4 7 1031,2 1-2818,5 4 1719,0-1-1719,0-4 3276,2-5 0,0-2-3044,6-1-232,1-1 0,6 1 0,-1 2 0,0 3 0,-5-1 0,-6 0 0,-5-5 0,-3 0 0,-1-3 0,-1-5 0,-1 0 0,-1-7 0,-2 0 0,0-4 0,0-4 0,0 1 0,-2 2 0,-6 2 0,-4 3 0,-8 0 0,6 4 0,-3 1 0,7 2 0,-2 2 0,3 2 0,-7 1 0,3 1 0,-4 0 0,2 1 0,3 6 0,-1 2 0,2 1 0,2-2 0,3-3 0,3-2 0,0-1 0,3-1 0,0 0 0</inkml:trace>
  <inkml:trace contextRef="#ctx0" brushRef="#br0" timeOffset="31949">21828 749 24575,'-26'0'0,"-1"0"0,3 5 0,4 2 0,2 4 0,10 2 0,2 1 0,4-2 0,1 3 0,1 0 0,0-2 0,6 12 0,3 3 0,-2-11 0,2 1 0,-1 0 0,0-1 0,8 12 0,-5-11 0,2-6 0,-1-7 0,2-2 0,1-1 0,2-2 0,-2 0 0,5-4 0,2-2 0,5-6 0,-6 3 0,0-4 0,-13 8 0,-1-5 0,-6 5 0,0-2 0,-1 0 0,0 3 0,-3-11 0,0 2 0,-1-5 0,0 3 0,1 1 0,-5-4 0,-3-4 0,-4 1 0,3 5 0,-11-3 0,7 10 0,-7-3 0,-3 6 0,12 5 0,-7-1 0,13 2 0,2 0 0,3 0 0</inkml:trace>
  <inkml:trace contextRef="#ctx0" brushRef="#br0" timeOffset="52041">23730 1076 8191,'-12'-10'0,"34"2"1638,11 11 0,6 3-884,-6-3 1,4 1-755,-8 2 0,7 2 0,0 2 0,-1-1 0,-7-1 0,1 0 0,-1 0 0,2 1 0,5 0 0,-1 1 0,-11-4 2852,-7-1-2852,8 1 1753,-28 1-1753,-9 4 3276,-7 4 0,-3 0-2834,4-1-442,10 2 0,7-5 0,1 9 0,1-8 0,0 5 0,0-7 0,0 0 0,0-3 0,0-2 0,-4-2 0,3 2 0,-3-5 0,1 3 0,-2-3 0,0 0 0,-3 0 0,5 0 0,1 3 0,2 2 0,0 4 0,0 0 0,-1 4 0,-2-3 0,1-1 0,-3-2 0,4-5 0,-1-1 0,2 1 0,0-1 0,0 1 0,0 8 0,-2-4 0,-3 10 0,-3-6 0,1-2 0,-1-1 0,6-6 0,-1 0 0</inkml:trace>
  <inkml:trace contextRef="#ctx0" brushRef="#br0" timeOffset="52691">23945 1384 24575,'24'-3'0,"-3"2"0,3 0 0,10 1 0,1 0 0,-6 0 0,0 0 0,0 0 0,3 0 0,-4 0 0,-5 0 0,-2 0 0,5 0 0,-2 0 0,-3 0 0</inkml:trace>
  <inkml:trace contextRef="#ctx0" brushRef="#br0" timeOffset="53809">24469 1137 24575,'-9'28'0,"-2"1"0,3-8 0,-2 0 0,9-5 0,-1 4 0,2-6 0,0 19 0,6-3 0,1-1 0,3 2 0,1 0 0,3-1 0,-3-7 0,2 1 0,-1-2 0,2 4 0,0-1 0,0-3 0,-1-3 0,6-1 0,2-9 0,1-15 0,-6-2 0,0-3 0,4-6 0,-1-1 0,1-2 0,0 0 0,0-1 0,-2 0 0,-6 4 0,-1 0 0,2-8 0,-8 7 0,-11 5 0,-13 7 0,-1 3 0,-4 1 0,2 1 0,-2 1 0,-6 0 0,-1 0 0,5 1 0,1 0 0,4 1 0,1 0 0,-13 3 0,19 2 0,7-3 0,5 0-820,2-2 1,0 0 0,0 0 0</inkml:trace>
  <inkml:trace contextRef="#ctx0" brushRef="#br0" timeOffset="55011">24850 1235 8191,'-31'2'0,"6"2"3276,25 22-1489,0 2-378,0-1 0,0 2-1409,1-5 0,0-1 859,3 4 1,1-2-860,1-4 0,3-2 1638,4-4 0,2-3 0,2-2 0,3-2-1522,7-3 0,2-3-116,2-1 0,0-3 0,3-4 0,-1-4 0,-3-3 0,-3-3 0,-6-2 0,-4-3 0,-4 0 0,-4-2 0,-4 2 0,-5 1 0,-5-1 0,-5 2 0,-4-3 0,-2 2 0,-10-7 0,-1 7 0,-1 1 0,2 4 0,1 2 0,-1 2 0,-11 5 0,16 3 0,0 2 0,1 1 0,1 0 0,-12 0 0,14 1 0,9-1 0,5 5 0,2-4 0,1 3 0,0-4 0</inkml:trace>
  <inkml:trace contextRef="#ctx0" brushRef="#br0" timeOffset="56011">24877 1514 9484,'3'24'0,"-1"6"1638,-2-10 0,0 1-718,0 1 0,0-1 1698,0 3-2618,1-4 1545,7-13-1545,11-3 3276,16-2-2008,-16-1 0,1 0-1268,5-1 0,0 0 0,-4-3 0,0 0 0,3-2 0,0-2 0,-1-2 0,-1-3 0,-1-2 0,0-1 0,-3-2 0,-1 0 0,3-14 0,-8 1 0,-8 14 0,-10 4 0,-7 4 0,-8 1 0,0-1 0,-2 1 0,-11-2 0,11 3 0,1 1 0,1 2 0,8 2 0,10 1 0</inkml:trace>
  <inkml:trace contextRef="#ctx0" brushRef="#br0" timeOffset="56774">25761 1278 24575,'-13'18'0,"2"-1"0,-10 13 0,8-8 0,0-2 0,5-8 0,-6 2 0,1 0 0,-6 2 0,3-1 0,5-5 0,2-4 0,6-4 0,0 1 0,3-1 0,0 0 0,0-1 0,0-1 0</inkml:trace>
  <inkml:trace contextRef="#ctx0" brushRef="#br0" timeOffset="57528">25518 1127 8191,'-3'-6'0,"1"0"3276,3 8-1489,17 17-378,-3 2 0,2 4-1409,1-1 0,1 1 0,-4-3 0,0 0 0,-2-2 859,-1-3 1,-2-2-860,5 6 3276,-10-20 0,-7-9-4096,2 0 1,-2 2 0,2 5 0</inkml:trace>
  <inkml:trace contextRef="#ctx0" brushRef="#br0" timeOffset="58948">25655 1134 8191,'0'-11'0,"0"13"3276,1 4-1489,9 13 1031,-6-15-2818,13 13 0,3 6 1719,1 4-1719,2 1 0,1 0 1638,-9-8 0,-1-2 0,0-3 0,-1-1-1406,5 7-232,-7-7 0,-4-5 0,4 6 0,2-2 0,1 3 0,-1-5 0,-6-5 0,-1-2 0,-3-1 0,0 0 0,-2-1 0,0-1 0,-1 0 0</inkml:trace>
  <inkml:trace contextRef="#ctx0" brushRef="#br0" timeOffset="60380">25875 1106 24575,'-19'32'0,"5"-13"0,-3 1 0,2-1 0,-2 1 0,1 0 0,-5 3 0,1-2 0,-6 4 0,2-3 0,8-6 0,-8 1 0,22-14 0,-1 1 0,3 3 0,0 2 0,0 0 0,0-1 0,0-3 0,0-2 0,0 0 0,0 1 0,0-3 0,0 0 0</inkml:trace>
  <inkml:trace contextRef="#ctx0" brushRef="#br0" timeOffset="73453">26379 1102 8191,'-5'-3'0,"-31"1"1638,12 1 0,-2 2-745,-4-1 1,0 0 515,2-1 0,5 2-1409,3 6 1719,5 5-1719,15 12 3276,0 11-1638,2-16 0,2 0-1522,4 6 0,2 0-116,1-3 0,2-2 0,5 2 0,1-3 0,-1-4 0,1-2 0,3-2 0,3-3 0,-1-1 0,0-2 0,9 0 0,-2-3 0,-3-2 0,-8-5 0,1 2 0,-3-2 0,-8-12 0,-7-8 0,-8-5 0,-7-5 0,-7 4 0,0 9 0,2 6 0,2 7 0,-3-3 0,-6-1-820,2 0 1,7 4 0,8 4 0</inkml:trace>
  <inkml:trace contextRef="#ctx0" brushRef="#br0" timeOffset="74901">26305 1392 8191,'-16'-2'0,"7"2"3276,-18 4-1489,13 6 1031,4 1-2818,5 4 1719,3 3-1719,2 4 0,0 1 1638,0-3 0,0 0 0,0 14 0,0 0-1522,0-11 0,0-1-116,0 0 0,0-2 0,2 3 0,3-11 0,2-6 0,10-3 0,5-1 0,14 0 0,-15-1 0,1-1 0,9 1 0,2 0 0,-2-2 0,0-2 0,4-4 0,-2-3 0,-4-1 0,-1-3 0,-3-5 0,-3-1 0,-3 4 0,-3 0 0,0-3 0,-2 0 0,0-2 0,-4-3 0,-7 7 0,-10-9 0,-12-5 0,6 14 0,-2 0 0,-3 1 0,0 1 0,1 3 0,0 2 0,-17-6 0,4 9 0,-6 2 0,16 6 0,-1 1 0,-2 2 0,0 1 0,-1 0 0,0 1 0,2 2 0,0 0 0,-12 3 0,10-4 0,9-3 0,12-2 0,0-1 0,3 0 0</inkml:trace>
  <inkml:trace contextRef="#ctx0" brushRef="#br0" timeOffset="79438">23061 1882 24575,'-2'20'0,"0"4"0,2 6 0,-1-4 0,1 3 0,1 1-466,-1-3 0,0 2 0,0 0 0,0-1 466,0 5 0,0-1 0,0-1 0,0-2 0,0-1 0,0-2 300,0-4 1,0-2-301,0 7 309,0-18-309,0-13 0,0 0 0,0-1 0,0 2 0</inkml:trace>
  <inkml:trace contextRef="#ctx0" brushRef="#br0" timeOffset="81692">23042 1890 24575,'30'-3'0,"-1"2"0,7 0 0,2 1 0,-5-1 0,1 2 0,2-1 0,1 0-547,-5 0 1,2 0 0,0 0 0,2 0 0,-1 0 0,0 0-1,-1 0 1,1 0 0,0 0 0,-1 0 0,-1 0 0,-1 0 531,6 0 0,-2 0 1,-1 0-1,2 0-29,-1 0 1,3 0 0,-1 0 0,-1 0 0,-4 0 43,2 0 0,-3 0 0,1 0 485,4 0 1,2 0 0,-5 0-486,-5 0 0,-6 0 0,-6 0 0,-10 0 3252,-4 1-3252,1-1 2120,-4 1-2120,-3 5 0,2 7 0,-1 6 0,0 2 0,2-1 0,1 2 0,2 11 0,1 2 0,0-8 0,1-1 0,1 4 0,1 0 0,-1-3 0,0 0 0,-2-2 0,1 0 0,-1 1 0,0-1 0,0-2 0,-1-2 0,2 9 0,-1-10 0,-3-12 0,0-6 0,-2 1 0,-3-3 0,-4 1 0,-9 3 0,-17 7 0,11-4 0,-2 1 0,-2 3 0,-2-1 0,-3 0 0,-2 0 0,5 1 0,-1-1 0,-1-1 0,-1 0-245,5-1 1,0-1-1,-1 0 245,2-1 0,0 0 0,-2-1 0,-7 2 0,-2-1 0,2 0 0,6-2 0,1 0 0,1 0 0,-4 0 0,-1 0 0,-3-1 0,-3 1 0,3 0 0,2 0 0,0 0 0,3-1 0,-4 0 0,0 0 0,3 0 0,0 0 0,3 0 0,0-1 0,-1 1 0,1-1 0,0 0 0,-8 0 0,1 0 0,5 0 0,1 0 0,8-2 0,2 1 0,-3-1 0,9 0 0,10 0 734,-1-1-734,5-1 0,1-3 0,1-1 0,1-4 0,0-3 0,1-5 0,-2-8 0,1-5 0,-1 0 0,1-2 0,1 4 0,1 0 0,-1 3 0,0-2 0,0 1 0,3-3 0,0 2 0,-1 5 0,-1 2 0,2-6 0,-4 15 0,-3 12 0,-1 2 0,0 1 0,0-1 0</inkml:trace>
  <inkml:trace contextRef="#ctx0" brushRef="#br0" timeOffset="82688">22567 2200 24575,'14'0'0,"7"0"0,-1 0 0,2 0 0,-13 0 0,-3 4 0,-5 3 0,-6 14 0,-2 7 0,1-8 0,-1 1 0,-2 15 0,-2-4 0,7-15 0,-1-6 0,4-7 0,0-2 0,-3-1 0,3-1 0,-3 0 0</inkml:trace>
  <inkml:trace contextRef="#ctx0" brushRef="#br0" timeOffset="83390">22473 2364 24575,'10'0'0,"3"0"0,1 0 0,0 0 0,-4 0 0,-4 0 0,-6 0 0</inkml:trace>
  <inkml:trace contextRef="#ctx0" brushRef="#br0" timeOffset="84506">23493 1522 24575,'-10'13'0,"2"5"0,8 7 0,0-1 0,0 0 0,5-13 0,7-13 0,-2-1 0,8-11 0,2-5 0,-7 5 0,-1-1 0,6-9 0,-1-1 0,-7 4 0,-3 2 0,-9-12 0,-17 4 0,3 17 0,-2 2 0,-4 1 0,-2 3 0,1 0 0,1 2 0,-7 1 0,9 2 0,14 3 0,4 3 0,1 0-820,1-1 1,0-4 0,0-2 0</inkml:trace>
  <inkml:trace contextRef="#ctx0" brushRef="#br0" timeOffset="85324">23447 1665 24575,'13'-1'0,"15"-4"0,5-4 0,-13 1 0,-1 0 0,5-8 0,-12-3 0,-8 10 0,-38 2 0,2 5 0,-6 2 0,10 1 0,-3-1 0,-1 2 0,-1-1-432,-1 1 0,-2 1 1,1 0-1,0 0 432,2 2 0,0-1 0,1 1 0,2 1 0,-4 2 0,2 0 0,4 1 0,1 1 0,4 0 0,-2 2 0,19-7 0,6-5 0</inkml:trace>
  <inkml:trace contextRef="#ctx0" brushRef="#br0" timeOffset="89542">28933 1201 24575,'-1'19'0,"0"0"0,1 3 0,-1 3 0,-2 3 0,-1 5 0,0 0-1028,0 1 1,1 2 0,-2 0 1027,0-4 0,-1 2 0,0-1 0,0-2 0,2 1 0,1-2 0,-1-1 324,0-1 0,0-1 0,2-5-324,2 1 506,4-13-506,3-23 0,4-8 0,4-2 0,3-1 0,-2 2 0,3-2 0,0 1 0,1 2 0,1 2 0,0 0 0,-1 3 0,0 0 0,0 0 0,9-5 0,-3 2 0,-7 5 0,-3 1 0,10-14 1604,-17 8-1604,-8 2 0,-20-3 0,3 9 0,-3 0 0,-7-1 0,0 0 0,5 3 0,-1 1 0,-4-3 0,1 1 0,3 1 0,-11-2 0,17 6 0,3 1 0,3 2-820,1 1 1,4 1 0,3 0 0</inkml:trace>
  <inkml:trace contextRef="#ctx0" brushRef="#br0" timeOffset="90628">29052 1693 24575,'-24'13'0,"1"-1"0,-1 1 0,-9 7 0,5 0 0,1 6 0,17-9 0,2-1 0,3-5 0,3 7 0,7-6 0,21 10 0,0-8 0,5 0 0,-2-2 0,2 0 0,0-1-300,0-1 0,0 0 1,1-2 299,2 0 0,1-1 0,-2-1 0,-6-2 0,-1 0 0,-1-5 0,1-7 0,-1-4 0,-1-4 0,-4 0 0,-1-4 0,-2-2 0,-3-7 0,-2-3 0,-2 0 0,-3 1 0,-1 0 0,-1 0 0,-3 3 0,-1 1 0,-2 1 0,-3-4 0,-4 2 0,-6 2 0,-5 2 0,-5 6 0,-3 4 0,0 2 0,-1 2 0,-8 2 0,0 4 0,12 2 0,1 1 0,-2 2 0,3 0-820,0 0 1,14 1 0,6 0 0</inkml:trace>
  <inkml:trace contextRef="#ctx0" brushRef="#br0" timeOffset="91276">30034 1425 24575,'-10'24'0,"0"-6"0,-2 2 0,-6 9 0,-3 2 0,6-9 0,0 0 0,0 0 0,-6 9 0,1-1 0,5-6 0,1-2 0,0 2 0,7-10 0,5-11 0</inkml:trace>
  <inkml:trace contextRef="#ctx0" brushRef="#br0" timeOffset="91907">29799 1514 8191,'-6'-21'0,"9"6"3276,19 22-2383,-3 1 1,1 2-894,9 5 0,1 3 0,-8-2 0,0 2 0,0 1 805,2 2 1,1 2 0,-2 0-806,-5-3 0,-2-1 0,0 0-530,6 10 0,-3-3 1,-7-7-1,-5-5 1</inkml:trace>
  <inkml:trace contextRef="#ctx0" brushRef="#br0" timeOffset="93043">30107 1275 24575,'31'0'0,"-1"0"0,5 0 0,2 0 0,2 0 0,-10 0 0,1 0 0,0 0 0,0 0-358,1 0 0,1 0 0,-2 0 0,0 0 358,2 0 0,-1 0 0,-4 0 466,6 0-466,-12 0 237,-34 0-237,-6 8 0,-2 1 0,9 6 729,7-2-729,4 3 0,1-3 0,1 17 0,2 4 0,-1-6 0,0 2 0,1-1 0,-1-1 0,1 0 0,0-2 0,-2-5 0,1-3 0,0 0 0,-2-10 0,0-5 0,0 0 0,0-1 0,0-1 0</inkml:trace>
  <inkml:trace contextRef="#ctx0" brushRef="#br0" timeOffset="93658">30452 1622 24575,'26'-2'0,"0"-1"0,9-3 0,1-2 0,0 1 0,-1 0 0,-2-3 0,-1 0 0,-3 2 0,-4 0 0,-5-1 0,-2-1 0,-14 7 0,-4 0 0,0 3 0</inkml:trace>
  <inkml:trace contextRef="#ctx0" brushRef="#br0" timeOffset="94862">30916 1185 24575,'0'13'0,"0"12"0,0 11 0,0-8 0,0 0 0,0-5 0,0 1 0,0 7 0,0-2 0,0 8 0,0-13 0,0 1 0,0-2 0,0 1 0,3 6 0,1 3 0,1-7 0,0 1 0,1 0 0,3 5 0,1-1 0,4 4 0,0-5 0,4-3 0,0-7 0,-5-15 0,1-10 0,5-15 0,-7 5 0,0-1 0,2-8 0,2-1 0,0 0 0,-1 0 0,0-1 0,-1 0 0,-3 6 0,0 1 0,0-13 0,-5 15 0,-7 4 0,-17 5 0,-1 0 0,-13 2 0,-5 1 0,14 1 0,-1 1 0,-2-1 0,-2 1 0,3 0 0,4 1 0,3 0 0,-13 0 0,19 3 0,9 1 0,2 2 0,1 2 0,1-2 0,0-1 0,0-1 0,-1-2 0</inkml:trace>
  <inkml:trace contextRef="#ctx0" brushRef="#br0" timeOffset="95978">31591 1143 8191,'-16'5'0,"-12"15"1638,13-6 0,1 2-745,-3 3 1,1 2 515,0 0 0,3 0-1409,-4 12 1719,7-5-1719,6-10 3276,4-3 0,6-5-3044,11 4-232,8-7 0,8-1 0,-2-5 0,-2-12 0,-10-1 0,0-3 0,-3-1 0,-1-2 0,5-8 0,-1-2 0,-6 3 0,-1 0 0,-1-1 0,-2-1 0,-2 4 0,-2 1 0,-4-10 0,-12 6 0,-13 10 0,-8 6 0,2 6 0,2 3 0,12 1 0,0 0 0,5 0 0,6 0 0,1 0 0</inkml:trace>
  <inkml:trace contextRef="#ctx0" brushRef="#br0" timeOffset="97617">31605 1410 8191,'-6'6'0,"1"8"3276,5 9-1489,-2 0 1031,1 2-2818,-1 3 1719,1 9-1719,1-7 1638,-1-1 0,2-1 1638,0 2-3160,0-8 0,1-1-116,2-3 0,3-8 0,-1-6 0,4 2 0,3-2 0,5 0 0,5 1 0,3 0 0,3-2 0,-1-2 0,-4-8 0,0-10 0,-4-13 0,-11 8 0,0-1 0,-1-1 0,-1 0 0,0 0 0,-1 0 0,2-13 0,-2 9 0,-3 13 0,-2-5 0,-6 2 0,-4-9 0,-10-4 0,7 15 0,-1 1 0,-2-1 0,-2 1 0,0 1 0,-2 2 0,3 2 0,-1 1 0,-16-5 0,7 8 0,2 1 0,-1 3 0,-1 1 0,-3 1 0,7 0 0,-3 0 0,15 0 0,-1 0-820,11 2 1,-1-2 0,1 1 0</inkml:trace>
  <inkml:trace contextRef="#ctx0" brushRef="#br0" timeOffset="101363">29964 1952 8191,'-3'25'0,"1"-10"1092,2 12 0,0 11 0,0-1-805,0-12 0,0-1 0,0 3-287,0 0 0,0 4 0,0 1 0,0 0 0,0-4 0,0 5 0,0-2 0,0 0 0,0 3 0,0 1 0,0-1 0,0-6 0,0-1 0,0 3 0,0 4 0,0 1 0,1 4 0,1 0-206,1-9 0,1 0 0,0 2 0,1 0 0,1 1 0,0 1 0,1 1 206,0-4 0,0 1 0,0 2 0,1 0 0,0 0 0,1 1 0,0 0 0,0-1 0,0 0 0,0-1 0,0 1 0,0-1 0,1 1 0,-1-1 0,1 0 0,0 0 0,0 0 0,0-1 0,1-1 130,0 3 1,1-1 0,0 1-1,0-1 1,0-1 0,0-1 0,-1-2-1,0-2-130,4 9 0,-1-2 0,0-3 0,-3-6 1638,-2-5 0,-1-3-1487,4 11 1,-13-28-1,-1 0 1</inkml:trace>
  <inkml:trace contextRef="#ctx0" brushRef="#br0" timeOffset="103249">29914 2021 8191,'9'0'0,"21"0"1638,-2 0 0,5 0-1497,-5-2 0,4 0 0,1 0 1,-1 0-142,2-1 0,1 1 0,0-1 0,1 1 329,-4-1 0,2 0 1,0 0-1,-1 0 1,-2 1-330,1-1 0,-2 1 0,0-1 0,-2 2 0,5-1 0,-1 1 0,-2 0 1001,1 0 1,-5 1-1002,2 5 3276,-15 10-812,-14 6-1177,0 11-1287,-1-10 0,2 7 0,0 3 0,2-2 0,0 2-160,1-5 0,1 4 1,0 1-1,1 0 160,1-2 0,-1 1 0,2 0 0,0 1 0,1 2-469,-1-3 1,1 1 0,0 1 0,1 0 0,0 1 0,-1 1 0,1-1 319,-1-3 1,-1 0 0,1 1 0,-1-1 0,1 1 0,0 1-1,0 0 1,1 0-180,-1-2 0,1 1 0,0 0 1,1 1-1,0 0 0,-1 0 1,1 0-1,0 1 0,0-1 1,0 0 207,0 0 0,0 0 0,0 0 0,0 1 0,0-1 1,1 0-1,-1 1 0,1-1 0,-1 1 0,1-1-124,1 1 1,-1 0 0,1 1 0,0-1 0,0 0 0,0 0-1,1 0 1,-1 0 0,0-2 0,-1 0 243,2 3 0,0-1 0,0-1 0,-1 0 0,1 0 0,0-1 0,-1 0 0,1-1 0,1 4 1,0 0 0,0-1 0,0 0 0,0-2-1,-1-1 1,-1-4-1,2 1 0,-2-3 0,0-1 0,0 0 727,5 10 1,0 0 0,-2-6-728,-5-11 0,-2-2 3276,4 5-2197,-8-14 2197,-4-4-1709,-4-1 923,-8-2-2490,-8-1 0,-6-2 0,4 1 0,-2 0 0,-5 1 0,-3 1 0,3-1 0,-2-1 0,-1 1-501,-3-1 1,-1 1-1,-1-2 501,7 1 0,1-1 0,-2 0 0,1-1 0,0 0 0,0-1 0,0 1 0,0-1 0,-4-1 0,1 0 0,1 0 0,4 1 0,2-1 0,1 2 0,-2-1 0,2 1 0,-7-1 0,15 3 0,3-1 0,9 4 1502,-6-2-1502,-3-2 0,-3-1 0,-5-7 0,-5-8 0,9 3 0,-1-3 0,1 1 0,-1-2 0,1 0-172,1 0 1,0 0 0,0 0 171,-3-4 0,0 0 0,2 1 0,1 1 0,3 1 0,1 3 0,2 2 0,3 1 0,5 8 0,2 5 0,1 2 0</inkml:trace>
  <inkml:trace contextRef="#ctx0" brushRef="#br0" timeOffset="105682">29763 2182 24575,'0'34'0,"0"0"0,0 0 0,1-6 0,0 3 0,1 3 0,0 2 0,0 2 0,1 1 0,0 0 0,1 0-274,0-6 1,0 0 0,1 2 0,0 0 0,0 1 0,1 0 0,0 1 0,0-1 0,0 1 0,0 0 0,0 0 0,-1-1 20,0-2 1,0 1 0,0-1 0,0 1 0,0 0 0,0 0 0,0 0 0,0 0 0,0 0 0,1-1 0,-1-1 0,1 1 0,0-2-76,2 6 0,0 0 0,0 0 1,0-1-1,1 0 0,0-1 1,-1-1-1,1-2 0,-1-1 1,-1-1 437,4 8 1,-1-1 0,0-3-1,-1-3 1,-1-3-111,2 10 0,-2-7 1824,0 4-1824,-13-56-820,-5-2 1,1-7 0,3 16 0</inkml:trace>
  <inkml:trace contextRef="#ctx0" brushRef="#br0" timeOffset="107384">29672 2310 8191,'-9'-10'0,"37"3"367,-6 5 1,5 3-1,4 0 1,3-1-368,-6-1 0,2 0 0,3 0 0,1 0 0,1 0 0,0 0 0,1-1 0,-2 1 0,1 0 0,-1 0 0,0 0 0,0-1 0,1 1 0,2-1 0,2 0 0,3 0-31,-13 0 1,3 0 0,1 0 0,1 0 0,2 0 0,0-1 0,2 0 0,-1 1 0,2-1 0,-1 0 0,0 0 0,0 0 0,0 0 0,-1 0 0,-2 0 0,0 0 0,-1 0 0,-3 1 30,7-2 0,-2 1 0,-1 0 0,-2 0 0,0 0 0,0 0 0,-1 0 0,2-1 0,0 1 0,2-1 0,2 0-15,-5 0 0,2 0 0,2 0 1,0 0-1,2 0 0,0-1 1,1 0-1,0 1 0,0-1 1,0 0-1,-1 0 0,-1 0 0,-1 1 1,-2-1-1,-1 1 0,-2-1 1,-2 1 14,12-2 0,-4 1 0,-3-1 0,-1 1 0,0-1 0,0 1 0,2-2 180,0 0 1,2 0-1,1-1 1,0 0-1,-2 0 1,-1 0 0,-3 1-1,-5 1-180,6-2 0,-6 1 0,1 0 586,9-2 1,0-1-1,-9 3-586,-10 1 3276,1 1-2600,-16 3 2600,-3 1-643,-2 0 8,-1 1-2641,0 0 0,-3 0 0,1 2 0,2 1 0,0 1 0,1-1 0,1 1 0,0 5 0,0 4 0,5 24 0,-1-19 0,3 2 0,5 10 0,2 6 0,2 0-643,-1-4 1,0 0 0,2 2 642,-4-8 0,1 1 0,0 1 0,0-1 0,0 0 0,2 5 0,-1-1 0,0-1 0,1 1 0,0-2 0,0 1 0,-1-1 0,1-1-165,-2-3 0,-1 1 0,1-2 0,-1 0 165,2 4 0,0-2 0,-1-1 0,1 1 0,-3-3 0,1 1 0,-7-10 0,-4-7 1857,-9-1-1857,-17-2 0,-5-1 0,-7 2 0,5 0 0,-4 2 0,-3 1 0,-1 0-547,6-2 1,-1 1 0,-1 1 0,-2-1 0,-1 2 0,0-1 359,6 0 0,-1 0 0,-1 0 0,0 0 0,-1 1 0,0 0 0,0 0 0,-1 0 0,0 0-141,1 1 0,0-1 0,0 1 1,-1 0-1,0 1 0,-1-1 1,1 0-1,-1 1 0,1-1 1,-1 1 179,3-2 1,-1 1-1,0 0 1,1 0-1,-1 0 1,0 0-1,0 0 1,-1 0 0,1 0-1,0 0 1,0 0-127,1-1 1,1 1 0,0-1 0,-1 1 0,1 0 0,-1-1 0,1 1 0,-1-1 0,1 0 0,-1 0 0,1 0 0,0 0 273,-1 0 0,-1 0 0,1 0 0,0-1 0,0 1 0,0-1 0,1 1 0,-1-1 0,0 0 0,0 0 0,1 0-174,-4 0 0,0 0 1,0 0-1,-1 0 0,1 0 1,0-1-1,1 1 0,1-1 1,0-1-1,1 1 174,-5 0 0,2-1 0,1 0 0,0 0 0,1 0 0,-1-1 0,0 0 87,3 0 1,-1 0 0,0-1 0,0 1 0,1-1 0,0 0 0,2-1 0,2 0-88,-5 0 0,3-1 0,2 0 0,-1 0 0,0 0 437,-2 0 1,-1 1 0,1-1 0,0 0 0,2 0-438,-9 0 0,3-1 0,3 1 1638,-2-1 0,3 0-1353,0 0 1,4-1 2990,2 0-2413,-7 0 2413,29 0-3241,-1 0 1379,3 0-1414,2 0 0,-1-2 0,1-1 0,0 1 0,0 0 0,0 1 0</inkml:trace>
  <inkml:trace contextRef="#ctx0" brushRef="#br0" timeOffset="110386">23608 2143 24575,'-3'21'0,"1"13"0,2-6 0,0 4 0,0-6 0,0 2 0,0 1-867,0 4 1,0 0 0,0 2 866,0-6 0,0 1 0,0-1 0,0 0 0,0 1 0,0 0 0,0 1 0,0 3 0,0 3 0,0-1 0,0-2 0,0-3 0,0-3 0,0 2 0,0 5 0,-1 2 0,2-3 414,1 5 0,0-7-414,0-1 427,3-3-427,-3-20 0,-1-3 0,0-3 1344,0 12-1344,-1 7 0,0 5 0,0 3 0,0 2 0,0 6 0,0 0 0,0-10 0,0-3 0,0 9 0,0-22 0,-4-16 0,-1-12 0,0-5 0,0-4 0,-1-2 0,1 2 0,-1-2 0,0 0-413,2 0 0,-1-1 0,1-1 413,1 3 0,-1 0 0,1-2 0,1-1-656,-1-4 1,1-2-1,1-2 1,-1-1 0,1 0 549,0 8 1,0-1 0,0-1 0,0 0 0,1 0 0,-1 0-1,1 1 106,-1-4 0,1 0 0,0 0 0,0 0 0,-1 1 0,1 0-229,0 2 1,0 0 0,0 0-1,0 1 1,0 1 0,1 2 228,-1-10 0,1 3 0,0 3 0,-1 0 0,1 4 0,0 5 0,0 5 892,-1 10-892,0 10 3276,2 5-2665,2 1 1233,6 3-1844,14-5 0,-2-3 0,5-2 0,1 1 0,4-1 0,3-1-732,-1-1 1,3 0 0,1-1-1,0 0 732,-3 1 0,0 0 0,1 0 0,-1-1 0,-1 1 0,4-1 0,-2 0 0,0 0 0,-1-1-66,0 1 0,0 0 0,-2 0 1,-5 0 65,-6 2 0,-2-1 0,7-2 0,-5 3 0,-17 6 0,0 11 0,-11 4 2881,-5 15-2881,1-1 0,6-1 0,1 5 0,2-11 0,0 1 0,0 3-592,1 1 0,0 3 0,0 3 0,0-1 0,0 0 592,0-4 0,0 0 0,0 0 0,0 1 0,0 2-410,0-4 0,0 1 1,0 1-1,0 2 1,0-1-1,0 1 0,0-2 1,0 0 302,0-1 0,0-1 0,1 0 0,-1 0 0,0 0 0,0 0 0,1 1 107,0 3 0,0 1 0,0 0 0,0 0 0,1 0 0,-1 0 0,1-1-385,0 3 0,0-1 0,0-1 1,0 0-1,0 0 0,1-1 385,-1-2 0,1-1 0,0 0 0,0-1 0,0-1 0,0 0-162,0 6 1,1 0 0,0-2-1,-1-1 162,0-5 0,0 1 0,0-2 0,0-3 971,1 3 1,0-4-972,2 11 3276,-3-20-2835,-2-10 2835,-1-4-3179,-6-6 1119,3 3-1216,-6-6 0,3 7 0,-10 0 0,-15 6 0,0 3 0,-5 2 0,5 0 0,-3 1 0,-2 2-502,5-3 0,-2 1 1,0 0-1,0 0 502,0 0 0,0 1 0,0 0 0,2-1 0,-4 1 0,1-2 0,1 1-23,2-2 0,0 0 0,4-1 23,3-2 0,1-1 0,-1-1 0,2 0 0,2-2 0,5-10 0,11-5 2000,-1-4-2000,4 0 76,1-1-76,0-8 0,0 3 0,-1-4 0,-1 0 0,0-1 0,0-1-1146,-1-5 0,0-3 1146,1 9 0,-2-3 0,1-3 0,-1-1 0,0 1 0,0 3 0,-1-2 0,0 2 0,0 0 0,0-3 0,0-1 0,0-2 0,-1-2 0,1 2 0,-1 3-80,0 2 1,-1 1-1,1 3 1,0 3 79,-1-4 0,0 4 0,1 3 0,0 3 0,3 5 0,1 9 0,1 3 0</inkml:trace>
  <inkml:trace contextRef="#ctx0" brushRef="#br0" timeOffset="117138">22719 3822 24575,'-32'1'0,"1"0"0,4 0 0,-2 0 0,-2 0 0,-3 0 0,1 0 0,-3 1 0,-1 0 0,-2-1 0,1 1 0,0-1-469,4 0 1,0 0 0,-1 0 0,1 0 0,-1 0 0,1 0 0,-1 1-1,-1-1 1,0 1 0,0 0 0,0 0 0,0 0 0,0 0 0,2 0 280,-2-1 0,2 1 0,-1-1 0,1 0 0,1 1 0,1-1 134,-3 0 0,1 0 1,1 0-1,-1 0 1,1 0 53,0 0 0,0 1 0,1-1 0,-1 0 0,2 0 193,-4 0 0,1-1 1,1 1-1,1-1-193,-5 1 0,1 0 0,2 0 0,4-1 0,1 1 0,3-1 0,-1 0 0,3 0 3276,-11 0-3026,17-1 2152,14 1-2402,2-1 1249,2-3-1249,0 1 0,0-12 0,0 4 0,-3-11 0,-2 2 0,-7-12 0,3 9 0,-1-4 0,2 1 0,0-1 0,-1-2-243,-1-3 0,-1-1 1,2 1 242,1 2 0,0 2 0,1-1 0,0 3 0,0-1 0,1 5 0,-1-11 0,3 8 0,3 18 0,1 5 0,1 0 0,3 10 728,-2-4-728,4 5 0,-5-6 0,2-1 0,0-1 0,0 0 0,1-1 0,-1 0 0,0 0 0,-7 2 0,-15 5 0,-16 0 0,11-1 0,-1-1 0,-3-1 0,2 0 0,-9 1 0,4-2 0,24-3 0,2-4 0,5-9 0,0-4 0,3-4 0,3 1 0,0 8 0,-1 4 0,8-5 0,-8 8 0,9-6 0,-12 13 0,2 10 0,-2 0 0,0 1 0,0-3 0,-2-8 0,0 2 0</inkml:trace>
  <inkml:trace contextRef="#ctx0" brushRef="#br0" timeOffset="118156">20526 1891 24575,'0'22'0,"0"4"0,0-5 0,0 2 0,0 2 0,0 1 0,0 1 0,0 2 0,0 4 0,0 4 0,0 1-820,0-4 1,0 1 0,0 1 0,0 1 704,0-2 0,0 2 1,0 0-1,0 0 1,0 0 114,0-1 0,0 0 0,0 0 0,0-2 0,0-2 170,0 8 0,0-4 0,0-1-170,0-4 0,0-1 0,0-5 0,0-2 0,0 0-820,0-17 1,0-8 0,0 1 0</inkml:trace>
  <inkml:trace contextRef="#ctx0" brushRef="#br0" timeOffset="119141">20702 1398 24575,'0'14'0,"0"-1"0,0 1 0,0-3 0,2-7 0,4 1 0,3-4 0,7-2 0,5-15 0,1-1 0,-11 1 0,-1-1 0,2-7 0,-7 2 0,-15 3 0,-12 8 0,-12-2 0,4 10 0,5 1 0,17 2 0,3 1 0,5 0 0,0 0 0</inkml:trace>
  <inkml:trace contextRef="#ctx0" brushRef="#br0" timeOffset="120308">20682 1312 8191,'0'10'0,"0"-2"3276,0 1-1489,0-5 1031,1-1-2818,1-2 1719,2-1-1719,1 0 3276,3 0 0,-2 0-3044,8 0-232,1 0 0,9 0 0,-1 1 0,-2 0 0,-8-1 0,0 1 0,-3-6 0,-4 4 0,5-27 0,-9 10 0,1-1 0,0-1 0,-6-5 0,-6-1 0,-3 10 0,-10 5 0,1 7 0,0 3 0,2 2 0,2 6 0,3 1 0,4 1 0,1 6 0,8-8 0,-3 5 0,4-4 0,0-5 0,0 0 0,0-2 0</inkml:trace>
  <inkml:trace contextRef="#ctx0" brushRef="#br0" timeOffset="124007">20383 1827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19:37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1785 8760 24575,'33'1'0,"-1"-1"0,-7 1 0,2-1 0,3 1 0,1-1 0,1 0 0,1 0 0,2 0 0,2 0 0,2 0 0,1 0-328,-7 0 0,2 0 0,1 0 1,1 0-1,1 0 0,1 0 1,-1 0-1,1 0 0,0 0 1,-1 0 29,-3 0 0,0 0 0,0 0 0,0 0 0,0 0 0,0 0 0,1 0 0,-1 0 1,2 0-1,0 0 0,1 0 63,-4 0 1,1 0 0,1 0 0,1 0 0,0 0 0,0 0 0,1 0 0,-1 0 0,0 0 0,0 0 0,0 0 0,-1 0 0,0 0 0,-2 0-64,5 0 0,-1-1 0,0 1 0,-1 0 0,0 0 0,0-1 0,-1 1 0,0 0 1,0-1-1,-1 1 0,1-1 261,0 0 0,0 1 0,0-1 1,-1 1-1,0-1 0,0 1 0,0-1 1,-1 0-1,-1-1 0,-1 1 163,8-1 0,-1-1 1,-1 1-1,0-1 1,-2-1-1,-2 1 1,-1 0-127,6-1 0,-3-1 0,-2 0 0,-1 0 0,4-4 0,-1-1 0,-6 1 0,-8 3 0,-3 0 3276,6-9-2645,-24 5 2645,-17-7-1993,-1 2 1,-5-2-1284,1 3 0,-2-2 0,-1 0 144,0-1 1,-1 0-1,-1-1 1,0 0-145,1 2 0,1-1 0,-2 1 0,0-1 0,-1-1-547,-2-1 1,-2 0 0,0-1 0,-1 0 0,0 1 0,0 0 459,0 1 0,0 2 1,0-1-1,0 1 1,-1 0-1,-1 0 87,4 2 0,-1 0 0,-1 0 0,0 0 0,0 1 0,1-1 0,0 2 0,2 0 0,-8-2 0,3 1 0,0 1 0,0 0 0,-1 1-271,2 2 1,-2-1 0,1 1 0,-1 0 0,3 2 0,2 0 270,-9-2 0,4 2 0,-1 1-204,5 1 1,-2 0 0,1 1-1,1 1 204,-3 1 0,1 0 0,1 2 0,-6 0 0,1 0 0,1 1 334,10-1 1,1 0-1,-2 1-334,-9 2 0,-2 0 0,3 1 0,-1-1 0,1 1 0,6 0 0,-2 0 0,0 1 0,0-1 0,1 0 0,0 1 0,2 1 0,1-1 0,1 1 0,-5 0 0,-1 1 0,0 1 0,-2 1 0,3-1 0,7-1 0,0 0 1055,-6 0 0,-4 1 1,3 0-1056,2 1 0,1 0 0,-4 1 0,0 1 1023,3 1 0,1 1-1023,2 1 0,1 0 618,-1 1 0,2 1-618,2 0 0,1 1 363,-2-1 0,2 0-363,3-2 0,1-1 159,1-1 0,1 0-159,-7 5 0,6-1 0,2-3 0,0 0 0,4-7 0,-2 0 0,5-4 0,-2-2 0,-1 0 0,0 0 0,-5 0 0,6 0 0,0 1 0,7 0 0,1-1 0,0 0 0</inkml:trace>
  <inkml:trace contextRef="#ctx0" brushRef="#br0" timeOffset="7454">9836 8990 24575,'30'0'0,"0"0"0,-1 0 0,3 0 0,0-1 0,4 0 0,2 0 0,-9 0 0,2 0 0,1-1 0,2 1 0,1-1 0,0 1 0,1 0 0,0 0-328,-3 0 0,1 0 0,0 0 1,1 1-1,1-1 0,0 0 1,0 1-1,0-1 0,1 1 1,0-1 53,-2 0 1,0 0 0,0 0 0,1 0 0,0 0 0,0 0 0,1 0 0,-1 1 0,1-1 0,0 0 0,0 0 0,0 1 20,0-1 1,-1 1 0,1 0 0,0 0 0,1-1 0,-1 1 0,1 0 0,-1 0 0,0 0 0,1 0 0,-1 0 0,-1 0 0,1 0-22,1 0 1,-1 0 0,1 0 0,-1 0 0,0 0 0,0 0 0,0 0 0,0 0 0,-1 0 0,1 0 0,-1 0 0,0 0 200,0 0 0,0 0 1,0 0-1,0 0 1,0 0-1,0 1 1,-1-1-1,-1 0 1,1-1-1,-2 1 1,0 0 72,6 0 0,-1 0 0,0 0 0,-2-1 0,1 1 0,-2 0 0,1-1 0,-1 1-159,2 0 1,-1-1 0,0 1 0,0-1 0,-1 0-1,-2 1 1,0-1 158,3-1 0,0 0 0,-3 0 0,0 0 0,-1 0 523,2 0 0,-2 0 1,0 1-1,0-2-523,1 0 0,1 0 0,-2-1 0,-3 0 1638,5 0 0,-2 0-1504,-4 0 1,2 1-1,0 0-134,3-1 0,0 0 0,1 0 680,-4 0 0,1 0 1,1 0-1,0 0-680,3-1 0,0 0 0,1 0 0,0-1 0,-5 2 0,2-1 0,0 0 0,-2-1 0,-1 1 600,8-3 0,-2 0 1,0 0-601,-1 0 0,1 1 0,-1-1 0,-4 0 0,0 0 0,-1 0 298,-2 2 0,0-1 0,-1 0-298,0-1 0,-1-1 0,-1 0 0,5-2 0,-1 0 48,3-3 1,0 0-49,-9 3 0,0 0 2039,10-4-2039,-11 5 1224,-12 7-1224,-4 1 0,-4 2 0,-1 0 0,-1 0 0</inkml:trace>
  <inkml:trace contextRef="#ctx0" brushRef="#br0" timeOffset="30220">2922 9583 8191,'3'-3'0,"-13"1"1638,-16 1 0,-10 2-1472,10-1 0,-3 0 0,-2 0 1,-1 0-167,2 0 0,-3 0 0,0 0 0,-2 0 0,-1 0 0,0 0-18,4 0 1,-2 0-1,-1 0 1,0 0-1,0 0 1,0 0-1,0 0 1,2 0 17,-5 0 0,1 0 0,1 0 0,0 0 0,0 0 0,-2 0 0,3 0 0,-3 0 0,1 0 0,-1 0 0,2 0 0,2 0 0,2 0 370,-5 0 1,4 0-1,1 0 1,0 0-371,1 0 0,0 0 0,2 0 0,1 0 1638,-12 2 0,5 0-953,14 0 0,3 1 262,-11 7-947,13 0 3276,-8 11-2357,2 3-263,7-8 1,1 0-657,0 0 0,1 0 0,-4 12 0,1 2 0,5 5 0,6-14 0,0 1 0,1 7 0,2 2 0,0 1 0,1 1 0,1-7 0,1-1 0,0 1 0,0 8 0,2-1 0,3 2 0,1-1 0,0-9 0,1 0 0,5 1 0,2-2 0,3-3 0,2-3 0,11-2 0,5-3-688,-4-4 0,4-1 0,1-2 688,-3-3 0,1-1 0,1 0 0,0-1 0,1 1 0,1-1 0,-1 0 0,0-1 0,-6 1 0,-1-1 0,0 0 0,-1-1-265,6 1 0,-1 0 1,-2 0 264,-2 1 0,-2-1 0,1-1 0,-1-1 0,0 0 0,1-2 0,-1 0 0,1-2 0,0 0 0,-1-1 0,5-3 0,-1-2 0,0 0 0,-5 0 0,0 0 0,0-1 0,-1 1 0,5-5 0,0 1 0,-2-1 0,-2 1 0,0-1 0,-1 0 0,0 0 0,-1 0 0,0 0-44,5-4 1,-2 0 43,3 1 0,-2-1 0,-9 4 0,-3 2 0,-2 2 0,-2 1 1965,4-13-1965,-7 2 439,-3 4 1,0-1-440,1-4 0,0-1 50,1 1 1,-1-2-51,0-4 0,-2 1 0,-2 10 0,0 0 0,-2-1 0,-1 0 0,-3-7 0,-11 6 0,-3 3 0,-11 7 0,-5 2 0,8 4 0,0 2 0,0-1 0,-3 0 0,3 1 0,-2 2 0,2 2 0,-10-1 0,12 0 0,13 0 0,3 1 0,1 2 0,-5 4 0,-5 0 0,-6 5 0,7-6 0,0 1 0,7-4 0,1 1 0,1-2 0,3-1 0,2-1 0</inkml:trace>
  <inkml:trace contextRef="#ctx0" brushRef="#br0" timeOffset="63547">20674 9592 24575,'-29'0'0,"3"0"0,-4 0 0,-3 0 0,5 0 0,-1 0 0,-2 0 0,-1 0 0,-1 0-469,2 0 1,-2 0 0,-1 0 0,0 0 0,-2 0 0,0 0 0,-1 0 103,3 0 1,0 0 0,-1 0 0,-1 0 0,0 0 0,-1 0 0,1 0 0,-1 0 0,0 0 36,1 0 0,0 0 0,0 0 1,0 0-1,0 0 0,-1 0 1,0 0-1,0 0 0,-1 0 1,0 0 77,4 0 0,0 0 1,-1 0-1,0 0 1,-1 0-1,1 0 1,-1 0-1,1 0 0,0 0 1,-1 0-1,1 0 1,0 0 148,-1 0 0,-1-1 1,1 1-1,-1 0 0,1 0 1,0 0-1,0-1 0,0 1 1,0 1-1,0-1 0,-1 1 101,1 0 0,-1 0 0,0 0 0,0 0 0,0 1 0,0 0 0,1-1 0,0 1 0,1 0 0,0 0 0,2-1-206,-4 1 1,1-1 0,2 1 0,0-1 0,1 1 0,-1 0 0,0 1 0,-1 0 205,2 1 0,-2 0 0,-1 1 0,0 0 0,1 1 0,0-1 0,2 1 0,1 0 0,1-1 262,-6 2 1,3 0 0,1 0 0,1 0 0,0 0-263,1 0 0,1-1 0,-1 1 0,1-1 0,1 2 0,-2 0 0,0 1 0,0-1 0,2 1 0,3-1 0,-9 4 0,1 0 688,7-2 1,-2 0 0,0 0 0,2 0-689,1 0 0,1 0 0,1 0 1638,-6 5 0,2 0-1053,3-2 0,-1 1-585,3 0 0,0 1 0,1 0 0,2 2 0,0 1 0,-1-1 0,-1 2 0,1-1 0,0 4 0,1-1 1638,0 2 0,1 0-1031,4-4 1,3 0 318,4 2 0,2 1-926,1 0 0,2 0 358,1 6 1,2 0-359,0-3 0,0 1 0,1 1 0,1 0 0,2-7 0,3 0 0,4 2 0,6-1 0,6-1 0,5-1 0,-6-6 0,2-1 0,-1-1 0,7 5 0,3-2-656,-4-5 1,5-1-1,3 0 1,0 0 0,-1-1 581,-5-1 0,0 0 1,-1 0-1,2 0 1,4 0-292,-7-1 1,2 1 0,2-1 0,1 0 0,1 1 0,0-1 0,1 0 0,-1 0 0,0-1 142,1 0 0,0-1 0,-1 1 0,1-1 0,1 0 0,-1-1 1,1 1-1,1 0 0,0-1-76,-4 0 0,1 1 0,0-1 0,0 0 0,1 0 0,0 0 0,0 0 0,0 0 1,1 0-1,0-1 0,-1 0 251,1 0 1,-1 0 0,1-1 0,0 0 0,0 1 0,0-1 0,1 0 0,-1-1 0,1 1 0,0-1 0,-1 1 0,1-1-151,-2 0 0,1 0 0,-1 0 0,1-1 0,0 1 0,0-1 0,0 0 0,0 1 0,0-1 0,-1 0 0,0 0 0,0 0 0,-1 0 197,2 0 0,0 0 0,-2-1 0,0 1 0,0 0 0,0 0 0,1-1 0,0 0 0,0 0 0,2 0 0,1 0-61,-5 0 1,2-1 0,0 0 0,1 0 0,0 0-1,1 0 1,1 0 0,-1-1 0,1 1 0,-1-1-1,1 1 1,-1-1 0,-1 1 0,0 0 0,-1 0-1,-1 0 61,4 0 0,-2 0 0,0 1 0,-1-1 0,0 1 0,0-1 0,-1 1 0,1-1 0,0 1 0,1-1 0,1 0 0,1 1-7,-5-1 1,0 1-1,1 0 1,0-1-1,1 1 1,0-1 0,1 1-1,0-1 1,0 1-1,0-1 1,0 1-1,-1-1 1,0 1 0,0-1-1,0 1 1,-2 0-1,0 0 7,4-1 0,0 1 0,0-1 0,-1 1 0,-1 0 0,0 0 0,0 0 0,0-1 0,0 1 0,0 0 0,-1 0 0,1 0 0,0-1 0,-1 1 0,1 0 0,-1 0 0,0 0 0,0 0 0,0 0 0,0 0 0,0-1 0,-1 1 0,1 0 0,-1 0 0,1-1 0,-1 1 0,2-1 0,-1 0 0,0 0 0,0 0 0,0 0 0,0 0 0,0 0 0,0-1 0,-1 1 0,1 0 0,0 0 0,-1 0 0,3-1 0,-1 1 0,1-1 0,-1 1 0,1-1 0,-1 1 0,0-1 0,0 1 0,0-1 0,-1 1 0,1-1 0,0 1 0,1-1 0,-1 0 0,0 0 0,0 1 0,-1-1 0,0 0 0,0 1 0,0-1 0,-1 1 62,4-1 0,0 0 1,-1 0-1,0 0 1,0 1-1,-1-1 1,1 1-1,-1 0-62,-1 0 0,1 0 0,-1 1 0,0-1 0,0 1 0,0 0 0,-1 0 0,-1 0 147,1-1 0,-1 1 0,0 0 0,-1-1 0,0 1 0,0 0 0,0 0-147,3 0 0,0 1 0,0-1 0,-1 0 0,0 0 0,0 1 400,1-1 1,1 0-1,-1 0 1,-2 0-1,0 0-400,0 0 0,-1 0 0,-2 1 0,0 0 1092,0 0 0,-1 0 0,-1 0-907,10 1 0,-5 0 1453,-13-1 0,-1 1-1161,16-1 2799,-20-4-3220,-2-7 1829,1-7-1885,-5 1 0,-1-4 119,-3-1 0,-1-1-119,1-5 0,-3 0 0,-5-2 0,-4 1 0,0 4 0,-4 1 0,-1 5 0,-3 0 0,-3 1-981,-7-3 0,-6 2 0,-3 0 981,10 7 0,-3 1 0,-1-1 0,-1 1 0,-2 0 0,0-1-410,0 2 0,0 0 1,-1-1-1,-2 1 1,0 0-1,-2 0 0,-1-1 1,-2 1 240,10 2 0,-2 1 0,-1-1 0,-1 0 1,-1 0-1,-1 0 0,0 0 0,-1 0 0,1 0 1,-1 0-1,1 0 0,0 1 0,0 0 0,2 0 1,1 0-130,-6-1 0,1 1 0,2 0 0,0 0 0,0 0 0,0 1 0,0 0 0,-1-1 1,-1 1-1,-1-1 0,-2 0 264,9 2 0,-2 0 0,-1 0 0,0-1 1,-1 0-1,-1 1 0,-1-1 0,1 0 1,-1 1-1,0-1 0,1 1 0,-1-1 1,2 2-1,-1-1 0,1 1 0,2 0 1,0 0-1,1 1-203,-8 0 1,1-1 0,1 2 0,1 0 0,1 0 0,0 1 0,0 0-1,1 0 1,-2 0 0,1 0 0,-2 0 236,4 0 0,-1-1 0,-1 1 0,0 0 0,0 0 0,0 0 0,0 0 0,1 0 0,-1 1 0,1-1 0,1 1 0,0 0 0,1 0-31,-4 1 0,1-1 0,0 1 0,0 0 0,1 1 1,1-1-1,1 1 0,0 0 0,2 0 0,1 0 31,-6 0 0,3 0 0,1 0 0,1 1 0,-1 0 0,-1 2 0,-1 0 0,-1 2 0,-2 1 0,1 0 0,2 0 0,2 0 0,5 0 674,-2 0 0,5 1 0,-4 0-674,-3 1 0,-4 1 0,-2 1 0,2-1 0,6-1 0,-1 2 0,4 0 1638,1-1 0,2 1-1553,3-2 1,0 0 1552,3 1 0,0-1-699,-1 1 0,0 0 699,-2 0 0,-1 1-1403,-3 2 1,-2-1 351,-2 2 0,-1 0-587,3-2 0,0 0 0,0 1 0,1 0 0,-7 2 0,10-3 0,13-5-820,5-4 1,4-1 0,0-1 0</inkml:trace>
  <inkml:trace contextRef="#ctx0" brushRef="#br0" timeOffset="190781">1071 8709 24575,'26'-4'0,"1"1"0,1-3 0,0 0 0,7-1 0,-1 0 0,-3-1 0,-2 1 0,1 0 0,-13 2 0,-25 5 0,-10 6 0,-12 6 0,5 1 0,4 0 0,10-7 0,5-3 0,0-4 0,-2-6 0,-7-6 0,3 0 0,-13-10 0,8 10 0,-7-7 0,10 10 0,6 4 0,3 2 0,4 4 0,-1-2 0,2 0 0,13-4 0,-5 3 0,9-4 0,2-1 0,7-3 0,-8 4 0,1 0 0,9-5 0,-6 4 0,-4 0 0,-4 3 0,5 0 0,-7 3 0,4-1 0,-7 1 0,-5 1 0,1-1 0,-4 4 0,0-1 0,-1 2 0,0-1 0,0 1 0,0 1 0,-3 6 0,-2 1 0,-2 4 0,-1 1 0,0 2 0,0 2 0,-5 9 0,1 1 0,-5 2 0,2-5 0,-1-6 0,6-7 0,-4-2 0,5-3 0,-1-2 0,4-3 0,3-3 0,3-3 0,0-1 0,1-1 0,-1-1 0,2 0 0,-2-1 0,0-6 0,-1-5 0,-3-3 0,-1-4 0,-1 6 0,-4-10 0,6 13 0,-5-8 0,7 16 0,1 2 0,4 8 0,7 7 0,0-2 0,12 13 0,-11-12 0,5 5 0,-9-4 0,-4-6 0,-1 5 0,-2-6 0,0 2 0,0-2 0,-1 1 0,-1-2 0,-1 0 0,-5-1 0,2-2 0,-3-3 0,5-4 0,1-11 0,2-1 0,13-7 0,6-2 0,-4 11 0,2 0 0,3-2 0,4-1 0,0 3 0,4 1 0,2 3 0,2 4 0,0 2 0,-5 1 0,-1 3 0,-4 2 0,-2 2 0,4 0 0,-13 0 0,-6 1 0,-4 1 0,-8 5 0,-5 3 0,-11 9 0,6-5 0,-2 1 0,-4 5 0,-2 1 0,6-5 0,-2 0 0,1-1 0,0 0 0,0 0 0,-1 0 0,-8 5 0,0-2 0,8-5 0,1-1 0,-10 5 0,17-10 0,8-3 0,5-4 0,1 1 0</inkml:trace>
  <inkml:trace contextRef="#ctx0" brushRef="#br0" timeOffset="191682">1064 8776 24575,'-38'0'0,"15"1"0,-3 2 0,1 1 0,-1 0 0,1 1 0,-9 1 0,2 1 0,1 3 0,1 1 0,11-5 0,3 0 0,-10 4 0,9-4 0,10-4 0,2 0 0,4-1 0,-1 1 0,-2 2 0,-9 4 0,-1-1 0,-6 7 0,3-3 0,3-2 0,6-2 0,3-4 0,4-3 0,0-6 0,1 4 0,0-5 0</inkml:trace>
  <inkml:trace contextRef="#ctx0" brushRef="#br0" timeOffset="212541">4894 6813 24575,'-5'33'0,"1"0"0,-6-4 0,-2 1 0,-2 3 0,0 1 0,3-6 0,0 1 0,-1 1 0,0 1 0,-1 0 0,1-1-547,-2 2 1,0-1 0,0 1 0,0-1 0,-1 1 0,1 0 91,0 0 0,0 1 1,-1-1-1,1 0 0,1-2 1,1-2 454,-2 7 0,2-4 0,1-1 591,-1 0 1,1-1 0,2-7-592,2-2 967,3-9-967,4-20 0,0-6 0,0-11 3263,0-6-3263,-1 12 0,0 0 0,-1-7 0,-1 0 0,-1 2 0,-1 0 0,-1-3 0,-1 2 0,-8-5 0,-1 7 0,1 15 0,-1 4 0,4 5 0,3 0 0,5 0 0,2 1 0,2 1 0,0 0 0,3-1 0,-1-3 0,3-1 0,-2 1 0,-1 5 0,-2 4 0,0 5 0,0 8 0,0 2 0,0 6 0,0-8 0,0-1 0,0-10 0,0-2 0,0 2 0,0 3 0,1 6 0,0-2 0,1-3 0,1-6 0,0-4 0,0-1 0,1-4 0,6-3 0,6 0 0,16 1 0,-9 3 0,2 1 0,-1 2 0,1 1 0,3 1 0,-1 1 0,-6 0 0,-2 0 0,9 4 0,-8-3 0,-14-4 0,-1-1 0,-6-1 0,-8 0 0,-9 2 0,-19-1 0,9 0 0,-1 0 0,-5-2 0,-1-2 0,-2-1 0,1-1 0,4 0 0,4 0 0,8 0 0,1 0 0,-7-2 0,18 5 0,3 1 0,8 9 0,-1-2 0,6 10 0,1 5 0,-1-2 0,1 1 0,3 6 0,1 0 0,-2-2 0,-1-2 0,2 0 0,-2-7 0,-4-10 0,0-2 0,2 1 0,2 2 0,-2-1 0,2 1 0,-3-1 0,5-3 0,6-1 0,4-4 0,6-5 0,-2-5 0,-1-1 0,-4-1 0,-10 7 0,0 1 0,-9 6 0,1-1 0,-16 5 0,-8 4 0,-13 6 0,2 1 0,11-2 0,7-6 0,10-3 0,0-1 0,4-1 0,0-1 0</inkml:trace>
  <inkml:trace contextRef="#ctx0" brushRef="#br0" timeOffset="239370">1610 12228 8191,'-3'-5'0,"5"-2"3276,21-6-2383,-3-1 1,2-2 515,2 1 0,0-2-1409,5-4 0,-2-1 859,-8 6 1,-3 2-860,7-6 3276,-10 7 0,-13 12-3044,-5 1-232,-5 0 0,-6 1 0,-3 0 0,3 0 0,3 0 0,7-1 0,2 0 0,4-2 0,12 1 0,16 3 0,2 6 0,4 3 0,-8-2 0,1 1 0,-1 0-155,0 1 1,0 1 0,-1 0 154,2 2 0,1 2 0,-5-3 0,-4-2 0,-3-1 0,6 3 0,-9-2 0,-46-5 0,10-9 0,-2-3 0,-2 2 0,-2-1 0,0-2 0,0-4 0,0-1 0,2 0 0,-4-2 0,1 0 0,8 2 0,-1 0 0,2 1 0,-1-1 0,2 1 0,-1 0 0,1 1 463,-7-4-463,13 6 0,7 6 0,6 0 0,5 2 0,9 0 0,22 0 0,-4-2 0,5 1 0,-7 1 0,2-1 0,-1 1 0,0-1 0,-1-1 0,0 0 0,-1 0 0,-1 1 0,-3-1 0,12-1 0,-11-1 0,-21 5 0,-8 7 0,-1 2 0,-3 7 0,4-2 0,2 1 0,-3-3 0,-2 7 0,-3-2 0,-5 4 0,5-8 0,-1-1 0,4-8 0,2-1 0,2-3 0,2 1 0,1-1 0</inkml:trace>
  <inkml:trace contextRef="#ctx0" brushRef="#br0" timeOffset="266915">4361 7479 8191,'-8'0'0,"11"1"3276,24 5-2383,-2 1 1,3 2-894,3 2 0,0 0 0,1 2 0,-1 0 1409,-5-2 0,-4-2-1409,2 2 1719,-12-5-1719,-14-5 3276,-1-1 0,-3 0-3044,1 0-232,-6-5 0,-2-1 0,-14-13 0,-4 1 0,12 7 0,-1 0 0,-10-3 0,-1 2 0,9 4 0,-1 0 0,-6-2 0,2 2 0,-4 1 0,16 5 0,7 3 0,13 6 0,1 2 0,7 17 0,-7-9 0,0 2 0,1 4 0,2 4 0,0 1-178,1 1 0,-1 1 1,1-1 177,-1-2 0,-1 0 0,2-1 0,1 2 0,0 0 0,-1-4 0,3 5 0,-5-10 0,0-3 0,-1-2 0,-3-7 0,-2-3 0,-1 3 533,-1 11-533,1 9 0,1-8 0,1 1 0,2 15 0,0-6 0,-3-13 0,-2-17 0,0-10 0,0-9 0,0-2 0,0-1 0,-2-3 0,2-7 0,-2 10 0,1-2 0,1-2 0,0 0 0,0 1 0,0-2 0,2-5 0,1 0 0,0 11 0,0 1 0,4-7 0,1 1 0,2 7 0,2 2 0,0-1 0,2 1 0,5-2 0,1 1 0,-1 3 0,0 1 0,-1 0 0,0 2 0,10-6 0,-10 10 0,-7 4 0,-6 3 0,-9 2 0,-2 4 0,-3 2 0,1 1 0,-2 4 0,0 0 0,-12 8 0,-1 1 0,4-4 0,-2 0 0,3-3 0,-1 0 0,-2 0 0,1 0 0,-9 2 0,3-4 0,13-7 0,2-1 0,8-3 0,2-2 0,1-2 0,-1 0 0,1-1 0,-2 3 0,2 1 0,0 1 0</inkml:trace>
  <inkml:trace contextRef="#ctx0" brushRef="#br0" timeOffset="325894">25311 744 24575,'0'24'0,"0"-1"0,0 10 0,0 5 0,0-8 0,0 2 0,0 2 0,0-1-820,0 3 1,0-1 0,0 1 0,0 0 735,0-2 0,0 1 0,0-1 0,0-1 84,0 6 0,0-1 0,0-4 563,0 1 1,0-3-564,0-10 0,0-2 592,0-2-592,-22-45-656,6 10 1,4-1-1,0 1 1,2 8 0</inkml:trace>
  <inkml:trace contextRef="#ctx0" brushRef="#br0" timeOffset="327963">25264 751 24575,'29'-3'0,"1"0"0,-1 1 0,1-1 0,-2 1 0,2-1 0,2 1 0,0-1 0,2 0 0,2 0 0,-4 0 0,0 0 0,2-1 0,1 0 0,1 1 0,1-1 0,1 0 0,1 1 0,1-1-219,-7 2 1,1-1-1,1 1 1,1-1-1,1 1 1,1-1-1,0 1 1,0-1-1,1 1 1,0 0 0,0 0-1,0-1 1,0 1-1,-1 0 1,0 0 13,-3 1 0,0-1 0,0 0 0,0 1 1,0-1-1,0 1 0,0-1 0,0 1 0,1 0 1,-1-1-1,0 1 0,1 0 0,-1 0 0,1-1 1,0 1-1,1 0 12,-1 0 0,1 0 0,0-1 1,0 1-1,1 0 0,0 0 0,0 0 1,0 0-1,0 0 0,0 0 0,-1 0 1,1 0-1,0 0 0,-1 0 0,0 1 1,0-1-1,0 0-12,-1 1 0,1 0 0,1-1 0,-1 1 1,0 0-1,0 0 0,1 0 0,-2 0 0,1 1 1,-2-1-1,1 0 0,-2 0 0,0 0 0,-1 0 1,-1 0-1,-2 0 164,9 0 0,-4 0 0,-1 0 0,-1 0 0,0 0 1,-1 0-1,1 0 0,2 0 0,1 0 41,-2 0 0,3 0 0,1 0 0,1 0 0,0 0 0,1 0 0,-1 0 0,0 0 0,-2 0 0,-2 0 0,-2 0 0,-3 0 148,12 0 1,-5 0 0,-2 0 0,-1 0 0,4 0-149,-4 0 0,3 0 0,0 0 0,1 1 0,-1-1 0,-3 0 0,-2 0-17,5 1 1,-3-1 0,-3 1 0,-5 0 16,0 0 0,-4 0 1638,0 1 0,-4 0-1109,-5 1 2747,-9 0-861,-2-1 713,-1 0-3128,-1 0 173,0-1-173,0 3 0,0 1 0,0 4 0,0 2 0,0 9 0,0-9 0,2 11 0,2 10 0,0-3 0,3 0 0,0 0 0,-1 3 0,1 4 0,0-4 0,3 0 0,-1-4 0,3 4 0,-5-13 0,-3-11 0,-3-7 0,-1 0 0,-6-1 0,-7 0 0,-20 0 0,5 0 0,-4 0 0,3 0 0,-3 1 0,-3 0-656,5 1 1,-1 1-1,-3 0 1,0 1 0,0-1 576,1 0 0,1-1 1,-1 1-1,-1 0 1,-1-1-1,0 2-331,4-1 0,-1 1 1,-1-1-1,0 1 1,0 0-1,-1 0 0,0 0 1,1 0 281,-1 0 0,0-1 0,0 0 0,-1 1 1,1-1-1,-1 1 0,1-1 0,-1 0 128,-1 1 0,-1 0 0,0-1 0,0 1 0,1 0 0,-1-1 0,1 1 0,0-1 0,2 1 0,1-1 0,0 1 0,0-1 0,0 0 0,0 1 0,0-1 0,-1 1 0,-2-1 0,0 1 0,-1 0 0,0-1 0,1 1 0,0 0 0,0 0 0,3 0-408,-4 0 1,1 0-1,2 0 1,-1 1 0,1-1-1,-2 1 408,1-1 0,0 1 0,-1 0 0,0 0 0,0 0 0,2 0 0,2 0-235,-2 0 0,1 1 1,2-1-1,0 1 1,-1-1 234,-1 1 0,0-1 0,-1 1 0,2 0 0,0 0 380,-1 1 0,0 1 0,2-1 0,2 0-380,1-2 0,1 0 0,0 1 0,-6 2 0,-1 1 0,4-2 1638,8-2 0,1-1-1539,-3 1 1,-3 1-1,2-1 1539,0 0 0,1 0-1574,-1-1 1,-1-1 1088,5 0 0,0 0-1153,-11-3 862,2 4-862,5-2 0,-12 3 0,2-1 0,8-2 0,-2 0 0,-1-1 0,-3-1 0,7 0 0,-2 0 0,-1 0-545,-4 0 1,-1 0-1,-1 0 545,4 0 0,0 0 0,-2 0 0,1 0 0,-2 0 0,0-1 0,0 0 0,1 0 0,-3 1 0,1 0 0,0-1-54,1 0 0,0 0 0,4 0 54,4 1 0,3 0 0,1 0 0,1 0 0,-4 0 0,9 0 0,11 0 1620,-1 0-1620,4-2 0,2 1 0,0-1 0</inkml:trace>
  <inkml:trace contextRef="#ctx0" brushRef="#br0" timeOffset="330713">26304 947 24575,'0'7'0,"0"-1"0,0 8 0,0-3 0,0 22 0,0-11 0,0 6 0,0-13 0,0-11 0,0-1 0,-1-16 0,-2-6 0,0-2 0,-1-4 0,1-1 0,-1-6 0,1 1 0,1 6 0,2 1 0,7-6 0,10 11 0,-5 12 0,9 4 0,2 3 0,-2 3 0,0-1 0,-1 0 0,-4 4 0,-7 0 0,-3-3 0,4 0 0,10 1 0,9 5 0,-6-3 0,1 1 0,0 0 0,0 0 0,3 0 0,-1-2 0,-6-1 0,-1-1 0,6 1 0,-9-3 0,-10-1 0,-3 0 0,-2 0 0,-1 2 0,1 0 0,1 1 0,1 1 0,1 1 0,5 3 0,-2-3 0,0-1 0,-2-3 0,-3-1 0,0-1 0,-1-2 0,-1-1 0,-3 1-820,1 2 1,-1 0 0,2 1 0</inkml:trace>
  <inkml:trace contextRef="#ctx0" brushRef="#br0" timeOffset="332480">26929 1499 24575,'0'3'0,"0"10"0,0 7 0,0 9 0,0-8 0,0 1 0,0-6 0,0-5 0,0-1 0,0 2 0,-5 19 0,3-3 0,-1 5 0,-1-2 0,0 1 0,-1 2-245,3-6 0,0 1 0,0 0 1,0-1 244,-1 6 0,-1-2 0,1-1 0,1-2 0,0 0 0,1-5 0,-2 11 0,0-5 0,2-23 0,0-1 0,0-5 0,-1-1 979,1-2-979,0 1 0,8-4 0,11-1 0,6 0 0,2 0 0,-3 0 0,2 0 0,1 1 0,5 0 0,3-1 0,0 1 0,-3-1-400,-1 1 1,-1-1 0,-1 1-1,2 0 400,-1 0 0,2 0 0,0 0 0,-1 0 0,-1 0 0,10-2 0,-2 0 0,-5 2 0,-11 0 0,-1 2 0,4 0 0,-2 0 0,-7 0 0,-3 3 0,-6-1 0,-2 1 0,-2 0 0,-2 0 0</inkml:trace>
  <inkml:trace contextRef="#ctx0" brushRef="#br0" timeOffset="333216">27605 1911 8191,'-7'-8'0,"2"39"1092,5-7 0,0 5 0,0-1-725,0 1 1,0 1 0,0-1-368,0 6 0,0 0 0,0-5 1449,0-7 0,0-4-1449,0 8 1801,0-32-1801,0-15 0,0-7 0,0-6 0,0-3 1092,0 2 0,0-2 0,0 1-309,0 4 0,0 0 0,0 0-783,0 3 0,0 0 0,0 2 372,0-5 0,0 2-372,0 6 0,0 2 0,0-13 0,4 13 0,7 2 0,18 3 468,-8 10 1,0 1-469,1 1 0,-1 0 0,10 1 0,-17 3 0</inkml:trace>
  <inkml:trace contextRef="#ctx0" brushRef="#br0" timeOffset="334365">28793 1540 8191,'-19'-3'0,"-5"0"3276,11 4-1489,-8 5 1031,6 9-2818,3 11 1719,7 6-1719,2 0 3276,2-10 0,3-6-3044,25-7-232,-5-5 0,5-1 0,-1 0 0,1 0 0,2-2-228,2 0 0,0-1 1,0-2 227,-1-1 0,0-2 0,-1-2 0,7-4 0,-4-4-67,-5-7 0,-5-5 67,-7-4 0,-6-2 0,-4 4 0,-6 1 0,-14-4 0,-8 4 0,-3 11 0,-3 4-547,-3 1 1,1 4 0,7 3 0,4 2 0,5 3 0</inkml:trace>
  <inkml:trace contextRef="#ctx0" brushRef="#br0" timeOffset="335247">28927 1876 24575,'1'35'0,"1"-12"0,2 3 0,0 3 0,-1 1 0,2 3 0,-1 3 0,1 0 0,0 0-547,0-2 1,-1 0 0,1 0 0,0 1 0,0 0 0,-1 0-1,1 1 1,0 0 0,1 1 0,-1-1 0,-1 0 0,1-1 519,-1 3 1,1 0 0,-2-1-1,1-2 1,-1-3 673,1 2 1,-1-2-1,-1-3-647,1 6 0,-1-7 0,-1-10 0,0-14 0</inkml:trace>
  <inkml:trace contextRef="#ctx0" brushRef="#br0" timeOffset="335830">29039 2305 24575,'-27'4'0,"8"4"0,0 2 0,0-1 0,-1 0 0,-1 3 0,2 0 0,0 0 0,8-6 0,7-5 0,4-1 0</inkml:trace>
  <inkml:trace contextRef="#ctx0" brushRef="#br0" timeOffset="336335">28975 2226 24575,'24'-1'0,"14"-1"0,-16 2 0,2 0 0,1 0 0,0 0 0,11 0 0,-14 0 0,-10 0 0,-10 0 0</inkml:trace>
  <inkml:trace contextRef="#ctx0" brushRef="#br0" timeOffset="336999">29105 2834 24575,'-22'12'0,"0"1"0,2-1 0,0 2 0,-2 3 0,1 0 0,6-3 0,1-2 0,1 1 0,6-6 0,6-6 0</inkml:trace>
  <inkml:trace contextRef="#ctx0" brushRef="#br0" timeOffset="337466">29322 2909 8191,'7'0'0,"4"0"3276,-7 0-1489,7 0-2326,-6 0 0,0 0 1,-4 0-1</inkml:trace>
  <inkml:trace contextRef="#ctx0" brushRef="#br0" timeOffset="338634">26858 2425 24575,'0'19'0,"0"0"0,0 2 0,0 2 0,0 9 0,0 5 0,0 4 0,0 0 0,0-2-469,0-5 1,0-1 0,0 0 0,0 1 0,0 2 0,0 0 0,0 2 170,0-4 0,0 1 0,0 1 0,0 2 0,0 1 0,0 0 0,0-1 0,0 1 1,0-2-1,0 0 0,0-2-112,0 4 0,0-2 1,0-1-1,0-1 1,0 1-1,0 0 0,0 1 1,0 2 286,0-6 1,0 2-1,0 1 1,0 1 0,0 1-1,0-1 1,0 1-1,0-2 1,0 0 0,0-2-1,0-2 1,0-3 186,0 8 0,0-4 0,0-3 1,0 1-1,0 0 0,0 2-64,0 0 0,0 2 0,0 1 0,0 1 0,0-2 0,0-1 0,0-2 0,0-5 668,0 9 1,0-5-1,0-7-668,1-7 0,4-17 0,12-19 0,8 4 0,7 0 0,-3 2 0,3-1 0,3 1 561,-8 3 1,3 0 0,1 0 0,0 0 0,2 0-562,-2 1 0,0-1 0,2 0 0,0 1 0,0-1 0,-1 1 0,1-1 0,0 1 0,0 0 0,-1 0 0,0 0 0,-1 0 0,0 0 0,0 0 0,-2 0 0,0 0 0,-1 0 600,5 0 0,-1-1 0,-2 1 1,-5 1-601,-1-1 0,-3 0 0,-1 1 0,-3 0 0,-3 2 0,-12 5 0,-4 1 0,0 0 0,-1 0 0,2 0 0</inkml:trace>
  <inkml:trace contextRef="#ctx0" brushRef="#br0" timeOffset="339449">27901 4244 24575,'8'28'0,"0"-1"0,1 0 0,2 7 0,0 1 0,2 0 0,-3-5 0,1-1 0,0 1 0,0-1 0,1 5 0,0-1 0,-1-4 0,0 3 0,-5-15 0,-13-42 0,-3 5 0,-2-4 0,-1-2-805,-1-4 0,-1-3 1,0-1-1,0 0 805,1 5 0,0 0 0,0-1 0,0 1 0,0-1 0,0 1 0,0 0 0,0-1 0,0 2 0,1 0 0,0-2 0,2 2 0,-1 0 0,1 2 251,-1-4 1,0 2-1,1 1-251,0 0 0,1 3 0,0-5 0,5 15 0,8 6 0,14 6 0,13 8 0,8 3 0,-10-2 0,0 0 0,3 0 165,0 1 1,2 0 0,1 1 0,-1-1-166,-2 0 0,1 1 0,-1-1 0,0-2 0,-2 0 0,1-2 0,-1 0 0,-1 0 0,0 0 0,-1 0 0,0-2 0,9 0 0,-4-2 0,-5-1 0,-7 0 0,-14 0 0</inkml:trace>
  <inkml:trace contextRef="#ctx0" brushRef="#br0" timeOffset="340385">28615 3720 24575,'0'20'0,"0"8"0,0-5 0,0 4 0,2 1 0,1 4 0,0 2 0,2 0-656,-1-5 1,2 1-1,0 0 1,1 1 0,-1 0 269,1 4 1,0 2 0,0 0 0,2-1 0,0 0 385,1-1 0,2 1 0,1-2 0,-1-1 0,-1-4 522,-1-1 1,0-3 0,0 0-523,1 1 0,1 1 0,-3-10 0,-4-10 0,0 0 0</inkml:trace>
  <inkml:trace contextRef="#ctx0" brushRef="#br0" timeOffset="342718">28550 3823 8191,'3'3'0,"30"-8"913,-8-1 1,6-4-1,3 0-913,-3 0 0,3 0 0,3-2 0,-2 1 0,-2 0 0,-3 1 0,-3 1 0,2 0 0,6-3 0,-10 4 0,4-1 0,3-2 0,3 0 0,2-1 0,1 0 0,0 0 0,0 0 0,-1 1 0,-1 0 0,-2 0 0,-3 2 0,-4 0-35,9-1 0,-5 1 1,-3 1-1,3 0 0,5-2 35,-8 2 0,3 0 0,3-2 0,1 0 0,3-1 0,0 0 0,0 1 0,0-1 0,-1 1 0,-1 0 0,-3 1 0,-3 1 0,-4 2 0,15-4 0,-7 3 0,-2 0 0,1 1 495,3-2 1,0 1 0,-2 0 0,-3 2-496,2-1 0,-6 2 3276,-4 2-2270,-10 1 1030,-10 2-2036,-8 15 3276,4 13-2666,0-7 1,0 5-1,2 2-610,3-3 0,1 1 0,1 1 0,1 2-656,2 2 1,0 3-1,1 0 1,1 1 0,1 0 638,-2-3 0,2 0 0,0 0 0,0 1 0,1-1 0,0 1 17,0-2 0,0 0 0,1 0 0,0 0 0,0 0 0,0 0 0,-1-1 0,1 3 0,0 0 0,0-1 0,0 0 0,-1-2 0,0 0 0,2 4 0,0-2 0,0-1 0,-2-2 0,2 4 0,0-3 0,-4-6 0,-1-4 0,1-1 0,-10-18 0,0-1 0,-10-2 3276,-7 2-3020,-10-2 1,-5 2-257,6 1 0,-2 1 0,-1 1-597,-3 0 1,-2 1 0,-1 0-1,0 1 597,5 0 0,-1 0 0,-1 1 0,1 1 0,-1-1 0,-1 0 0,-1 1 0,0 0 0,1 1 0,-1-1 0,1 1 0,1-1 0,-1 1 0,0 0 0,1-1 0,-5 2 0,0-1 0,1 0 0,0 1 0,1-1 0,0 0 0,0-1 0,1 0-286,4-1 1,0-2-1,1 0 1,-1 1 285,1-1 0,-1 0 0,0 0 0,3-1-58,0 0 1,1-1 0,0 0 57,-2 0 0,0 1 0,2 0 0,2-1 0,1 1 0,0 0 0,1-1 2213,-1 2-2213,11-3 1279,7-1-1279,2-1 208,2-5-208,-5-9 0,-10-15 0,1 7 0,-1-1 0,-1 0 0,-2 0 0,-5-5 0,0 2 0,5 5 0,0 2 0,2 2 0,0 1 0,-6-7 0,11 13 0,3 4 0,3 4 0,-4 4 0,4-1 0,-16 3 0,5-4 0,-7 2 0,5-2 0,2 0 0,4-2 0,-6-2 0,3-5 0,-4-5 0,2 3 0,0-4 0,7 9 0,-2-3 0,8 6 0,0 0 0,2 2 0,2 1 0,0 0 0</inkml:trace>
  <inkml:trace contextRef="#ctx0" brushRef="#br0" timeOffset="349154">28085 4673 24575,'0'-23'0,"0"1"0,0-4 0,0 0 0,0-5 0,0-1 0,0 7 0,0-2 0,0 1 0,0-2 0,1 0 0,0 0 0,1 2 0,1 0 0,1 1 0,1-7 0,2 3 0,2 5 0,0 4 0,3-5 0,-3 9 0,-7 12 0,-2 4 0</inkml:trace>
  <inkml:trace contextRef="#ctx0" brushRef="#br0" timeOffset="353859">30612 3919 24575,'11'-20'0,"0"-1"0,0-1 0,0 1 0,5-10 0,-3 4 0,-1 1 0,-3 5 0,0 2 0,0 0 0,-2 4 0,-3 8 0,0-7 0,-1-4 0,3-15 0,-3 14 0,0-1 0,-1 0 0,0-1 0,0-13 0,-3 2 0,-13 2 0,-1 11 0,-6-1 0,0 3 0,-3 0 0,-1 0-516,1 2 1,0 0 0,-2-1-1,0 0 516,-5-3 0,-1 1 0,0-1 0,-1 0 0,7 4 0,-1 0 0,1 0 0,0 0 0,1 1 0,-8-5 0,1 1 0,0-1-161,5 3 1,-2 0 0,2 0 0,3 2 160,-2 0 0,2 0 0,-9-4 0,1 2 0,3 2 0,4 6 0,8 3 1990,-3 1-1990,3 1 713,1 1-713,4 0 0,5 2 0,3-2 0,2 1 0,-1-1 0,1-1 0,0 0 0,-3 1 0,2 0 0,-28-7 0,3 2 0,6-1 0,0 0 0,-10-1 0,13 1 0,7 4 0,9 1 0,1-1 0,3 2 0,6 1 0,-2 0 0,5 1 0,-6 0 0,0 1 0,-4 1 0,0 0 0,-3 2 0,-1 2 0,-4 0 0,-4 5 0,-1 0 0,-3 3 0,3-3 0,4-3 0,5-1 0,1-3 0,1 0 0,2 0 0,0-2 0,0 1 0,0-1 0,-1 0 0,0 1 0,0-2 0,-5 4 0,-5 5 0,-5 5 0,-5 4 0,5-8 0,1-1 0,10-12 0,2-10 0,3-6 0,2-4 0,2 2 0,2 3 0,-1 7 0,-2-2 0,-2 7 0,1-2 0,-3 0 0,-4-5 0,0-7 0,-5-7 0,1-3 0,-1 8 0,5 6 0,2 7 0,4 5 0,10-3 0,9-2 0,0-1 0,3-1 0,4-6 0,1 0 0,0 0 0,0-1 0,3-5 0,-3 1 0,1 1 0,-6 2 0,-29 23 0,-9 10 0,-4 3 0,2 2 0,9-9 0,5-6 0,2-3 0,2-1 0,4 1 0,-2 0 0,1 1 0,-2-1 0</inkml:trace>
  <inkml:trace contextRef="#ctx0" brushRef="#br0" timeOffset="355959">30135 4899 24575,'-3'14'0,"1"7"0,1 0 0,-2 3 0,-4 4 0,-3 3 0,-2 3-656,2-7 1,-3 2-1,0 1 1,-2 1 0,0 1 186,1-4 1,-1 1 0,-1 1 0,-1 1 0,0 0 0,-1 0 0,0 0 59,-1 0 1,0 0 0,-2 1 0,0 0 0,0 0-1,0-1 1,1 0 0,0-1 408,0-2 0,1 0 0,1 0 0,-1-1 0,0-1 0,0 1 0,-1 1 0,0-2 0,-1 1 0,0 1 0,-1 0 0,1-1 0,0-2 0,1-1 0,2-3 342,-8 8 0,2-4 1,-2 0-343,5-4 0,-2 2 0,0-1 0,0-1 0,3-4-97,-8 3 1,0-4 96,2-1 0,-2-1 0,-1-3 0,5-3 0,1-1 0,-2-2 0,-5 0 0,0-1 0,-4-1-174,4-2 1,-2-1 0,-3 0 0,-1-2 0,-1-1 173,5-1 0,-1-2 0,-1 0 0,-1-2 0,-1 0 0,-2-1 0,-2-1 0,-2 1-83,12 2 1,-2 0 0,-2-1 0,-1 0 0,0 0-1,-2-1 1,-1 0 0,0 1 0,0-2 0,0 1-1,-1 0 1,1-1 0,0 1 0,1-1 0,0 1-1,2-1 1,0 1 82,-1-1 0,1 0 0,0-1 0,0 1 0,1 0 0,1-1 0,-1 0 0,1 1 0,-1-1 0,1 0 0,-1 0 0,-1 0 0,0 0 0,-1 0 0,3 1 0,-1 0 0,-2-1 0,0 0 0,0 0 0,-1 0 0,0 0 0,0 0 0,0 0 0,1 0 0,0 0 0,1 0 0,2 1 0,0 0 0,2 0 0,2 0 0,1 1 0,-11-4 0,2 0 0,3 1 0,1-1 0,2 2 0,0-1 0,0 1-41,-5-3 0,-1 1 1,3 0-1,0 1 0,3 0 41,-4-1 0,3 2 0,0-1-36,-1-2 1,1 0-1,2 0 36,-3-3 0,2-3 0,7 1 0,1-3 0,-1 0 819,1-2 0,1 0 0,-1-2-819,5 5 0,1-1 0,0-1 0,-1 1 0,-5-8 0,0 1 0,1 0 0,1-1 0,1 0 0,1-1 0,2 3 0,2-1 0,-1 0 0,3 4 0,0-1 0,0 1 0,2 0 0,0-3 0,1 0 0,0 1 1092,0 0 0,1 0 0,0 2 87,2-1 1,0 2 489,-2-8-1669,4 15 541,-1 3-541,-4-9 0,-4-6 0,3 4 0,-2-4 0,-1-2 0,0-1-472,2 3 1,-1-1 0,1-1 0,-1-1 0,0-1 471,1 4 0,0-1 0,0-2 0,0 1 0,0-1 0,0 2 0,2 2 0,-4-9 0,2 3 0,0 1 0,1-2-184,1 6 0,0-2 0,1 1 0,0 1 0,2 3 184,-4-10 0,2 2 0,2 0 0,0-3 0,1-1 0,2 6 0,1-2 0,-1-1 0,2-2-469,0 6 1,0-1 0,1-2 0,0 0 0,0-1 0,0-1 0,0 1 373,0 3 0,0-1 1,1 1-1,-1-1 1,0 0-1,0-1 1,1 0-1,0 0 95,0 1 0,0-1 0,0-1 0,0 1 0,1-1 0,-1 0 0,1 1 0,-1-1 0,1 2 0,-1-3 0,1 0 0,-1 0 0,1 1 0,0 0 0,-1 0 0,1 2 0,0 0 0,0-2 0,0 0 0,0 1 0,0 1 0,0 0 0,0 1-187,0-1 1,0 0-1,0 2 1,0 0 0,1 1 186,0 0 0,0 0 0,0 3 0,0 2 1176,0-4 1,-1 3-1177,3-4 0,-1 5 769,-2 13-769,-1 11 3276,0 0-1776,0 9-1100,0-4 1,0 5 0,0-7 0</inkml:trace>
  <inkml:trace contextRef="#ctx0" brushRef="#br0" timeOffset="357042">25288 1911 24575,'-31'0'0,"9"0"0,2 0 0,1 0 0,-3 0 0,4 0 0,37 0 0,3 0 0,4 0 0,5-1 0,2-2 0,1 1 0,-1-2 0,-10 0 0,-3 0 0,4-4 0,-20 4 0,-24 3 0,-13 1 0,-1-1 0,-3-1-286,2-2 0,-2-3 1,2-1 285,7-2 0,0-3 0,4-2 0,4-4 0,3-4 0,3-1 0,4-4 0,3-2 0,2 1 0,3 3 0,2 1 0,1 1 0,3-9 0,3 5 0,10 0 0,6 19 0,-3 9 0,4 16 0,-11 0 0,-1 3 0,6 8 0,1 4-104,-4-6 0,0 1 1,0 1 103,3 4 0,1 1 0,-1-2 0,-4-5 0,0-2 0,-1 0 0,2 2 0,-1 0 0,-1-3 0,-3-5 0,0-2 0,3 8 0,-5-10 0,-5-10 0,-1 1 0,0-2 0,-2-2 0</inkml:trace>
  <inkml:trace contextRef="#ctx0" brushRef="#br0" timeOffset="364111">27563 2224 24575,'21'-2'0,"1"0"0,15 2 0,-7-1 0,0 0 0,-6 0 0,-1-2 0,2 0 0,-4 0 0,1-2 0,-1 1 0,0-1 0,9-3 0,-1-1 0,-5 2 0,-1-1 0,-4 1 0,-1 0 0,15-6 0,-18 6 0,-1-3 0,-10 7 0,-3-4 0,-4 0 0,-3-4 0,-4 0 0,-2-1 0,-5-4 0,-1-3 0,6 5 0,-1-1 0,-7-7 0,1-2 0,6 4 0,-1-2 0,-1 1 0,-2-1 0,3 1 0,0-3 0,2 0 0,-4-4 0,0 1 0,5 5 0,2 1 0,0 2 0,1 0 0,-3-9 0,-1-1 0,4 10 0,2 4 0,2 7 0,3 8 0,0 0 0,1 3 0</inkml:trace>
  <inkml:trace contextRef="#ctx0" brushRef="#br0" timeOffset="374899">27890 1370 24575,'18'17'0,"1"0"0,1-3 0,1 1 0,1 0 0,2 3 0,2 0 0,0 0-288,0-2 0,1 0 0,0-1 288,-3 0 0,1 0 0,-3-2 142,-2-4 0,-2 0-142,12 6 143,-20-12-143,-6-2 0,-3-3 0,-1 1 437,-1-3-437,0 1 0,-5-3 0,-4 1 0,-11-2 0,1 4 0,-6 1 0,8 9 0,6 1 0,6 3 0,5-3 0,2-4 0,5-3 0,4-9 0,5-8 0,-1-5 0,3-5 0,-5 11 0,4 3 0,-9 9 0,0 2 0,-6 6 0,-5 5 0,-6 5 0,-6 1 0,0-4 0,3-3 0,4-2 0,4-2 0,-2 5 0,-5 12 0,4-5 0,-1 2 0,0 4 0,1 2 0,-1 2 0,1 0 0,2 0 0,1-1 0,-1 11 0,3-11 0,2-17 0,1-13 0,5-32 0,-2 11 0,0 0 0,2 1 0,0 7 0,16 0 0,-3 11 0,2 2 0,4 0 0,3 1 0,9 0 0,1 1 0,-5 2 0,-1-1 0,2 0 0,0 0 0,-10 0 0,-1 0 0,9-2 0,-14-1 0,-11 1 0,-4-4 0,-6-3 0,-20-14 0,1 4 0,-6-3 0,9 7 0,-3-2 0,0 0 0,0 0-252,-1-2 0,0 0 0,0 0 0,1 0 252,-5-3 0,2 1 0,1 0 0,5 3 0,1 1 0,4 3 0,-3-2 0,5 3 0,10 12 0,2 12 0,4 1 0,3 18 1008,5-1-1008,1 3 0,-1-3 0,-3-9 0,0-1 0,-4-4 0,5 8 0,0 5 0,2 0 0,-3-2 0,-1-11 0,-5-7 0,-1-6 0,-1 0 0</inkml:trace>
  <inkml:trace contextRef="#ctx0" brushRef="#br0" timeOffset="433060">29664 3918 8191,'2'-3'0,"-10"2"3276,-22 17-2383,4-4 1,-2 4-894,1-1 0,-2 2 0,0 0 687,-1 3 0,0 1 0,0-1-687,2-2 0,0-1 0,1 0 0,3-1 0,0 0 0,2-1 910,-1-3 1,3-2-911,-8 4 3276,13-10-92,13-6-3184,2-6 0,5-5 979,15-11-979,6 7 0,6-1 0,-5 4 0,3-1 0,0 1-315,-3 1 0,1 1 0,0 1 0,0-1 315,6-1 0,1 0 0,-1 0 0,-2 2 0,-1 0 0,0 2 0,4-1 0,-1 2 0,-4 2 0,-2 0 0,3 0 0,-17 5 0,-14 1 0,-25 2 630,4 4 0,-2 0-630,-4 0 0,-1 1 0,0 2 0,3 1 0,0-1 0,12-3 0,17-5 0,16 0 0,5-5 0,1 1 0,-9-3 0,-13 4 0,-6 1 0,-6 0 0,-5 1 0,0 0 0,5 0 0,5 0 0,3 0 0</inkml:trace>
  <inkml:trace contextRef="#ctx0" brushRef="#br0" timeOffset="712204">30739 11734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33:15.3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5019 24575,'24'0'0,"1"0"0,11 0 0,-9 0 0,-2 0 0,-4 0 0,-1 0 0,-20 0 0,-5 0 0,-1 0-820,-5 0 1,8 0 0,-2 0 0</inkml:trace>
  <inkml:trace contextRef="#ctx0" brushRef="#br0" timeOffset="1717">3130 5034 8191,'3'13'0,"0"16"1638,-3-9 0,0 2-745,0 6 1,0 0 515,0-6 0,0-1-1409,0 10 1719,0-23-1719,0-5 3276,0-27 0,-3-13-3160,1 8 0,-1-1-116,-1 5 0,1 0 0,0 4 0,-1 1 0,1-5 0,0-9 0,2 4 0,-1 9 0,-1 0 0,2-11 0,0 8 0,1 10 0,0 9 0,3 5 0,6 0 0,18 2 0,-3-1 0,5-1 0,-2 1 0,2 0 0,0-1 0,-1 0 0,-1 0 0,0 0 0,2 0 0,1 0 0,-5 0 0,-2 0 0,-4 0 0,5 0 0,-21 0 0,-7 0 0</inkml:trace>
  <inkml:trace contextRef="#ctx0" brushRef="#br0" timeOffset="9803">8570 4702 8191,'-10'0'0,"-13"0"1638,-6-1 0,-6 0-1494,8-2 1,-2 0 0,-2-1 0,-3 0-145,3 1 0,-2-1 0,-2 1 0,-1 0 0,-1-1 0,0 0-122,4 0 1,0 0 0,0 0 0,-2 0 0,1 0 0,-1 0 0,-1 0 0,1 0 121,1 2 0,0-1 0,0 1 0,-1 0 0,0 0 0,1 0 0,-1 0 0,0 0 0,0 1 0,0-1 0,-1 0 0,1 0 0,-1 0 0,0 0 0,1 0 0,1 1 0,0 0 0,1 0 0,-2 0 0,0 1 0,2 0 0,0 0 0,0 1 0,1-1 0,-1 0 132,-2 0 0,-1 0 1,1 0-1,0 0 0,1 0 1,1 0-133,-1 0 0,1 0 0,1 1 0,0 0 0,1 0 777,-4 1 0,0 1 0,1 0 0,1 0-777,2 0 0,1-1 0,1 0 0,1 2 232,-4 4 1,2 1 0,3 0-233,1 0 0,1 0 1638,-2 1 0,1 0-980,7-3 1,2 0 2173,-17 6-2832,7-4 1299,0 2-1299,7-3 174,5-1-174,2 1 0,3-1 0,-8 15 0,-2 8 0,6-5 0,0 2 0,1-1 0,1 1 0,1 2 0,1 0 0,3-3 0,2-1 0,1 1 0,1 0 0,1-5 0,1-2 0,1 6 0,0-2 0,1-1 0,9 1 0,-4-1 0,3 0 0,19 2 0,-9-13 0,0-1 0,11 3 0,-5-4 0,5 0 0,-1 0-384,2-2 1,2 0 383,-8 0 0,4 0 0,0 0 0,0-1-415,7 0 0,0-1 0,1-1 415,-3 0 0,0-1 0,2 0 0,-5-1 0,1 0 0,0 0 0,0-1 0,-4 0 0,1 0 0,-1-1 0,1 0 0,2 0 0,0 0 0,0-1 0,0 1 0,-1-1 0,0-1 0,0 1 0,-1-1 0,6 0 0,0 0 0,-2 0 0,-1-1 0,-1 1 0,1-1 0,1-1 0,-1 0 0,0 1 0,-3 1 0,-2-1 0,2 1 0,-1-1 0,1-1 0,1 0 0,-1 1 0,6-1 0,-1 0 0,0 1 0,-2-1 0,0 0 0,1 0 0,-2-1 0,2 0 0,-1-1 0,-1 0 0,2 0 0,-1 0 0,1-1 0,-1 0 0,1-1 0,0 0 0,-2 1 0,2-1 0,-3 1 0,1-1-187,0 0 1,1-1 0,-2 1 186,-4 2 0,-1 0 0,0 0 0,9-4 0,-1 1 0,-2 1 0,-1 1 348,-4 0 1,-1 0-349,-2 1 0,0 1 627,-1-1 0,1 0-627,-1 2 0,0-1 310,-1 1 0,-1-1-310,0 2 0,0 0 0,16-2 0,-3 1 0,2 4 0,-1-3 0,1 2 0,-4-2 0,3 2 0,-5-2 0,-10 2 0,0 0 0,0 0 0,-4 1 0,18-2 0,-22 1 0,-5-2 0,-4 1 0,0-5 0,-2-7 0,0-12 0,0-5 0,-5-5 0,-5 4 0,-9 1 0,6 16 0,-1 1 0,-3-2 0,-2 0 0,-8-7 0,-1-2-305,7 9 0,0-1 1,-1 0 304,-3-4 0,-2-1 0,1 1 0,3 3 0,1 1 0,0 0 0,1 1 0,0 0 0,2 2 0,0-1 0,2 2 0,-6-4 0,10 10 0,10 6 0,-2 3 914,3 0-914,1 3 0,-2-1 0,-6 1 0,-5 2 0,-7 0 0,-2 1 0,-1 0 0,4-1 0,4-1 0,8-1 0,3-3 0,5-1 0,0 0 0</inkml:trace>
  <inkml:trace contextRef="#ctx0" brushRef="#br0" timeOffset="12907">8559 3456 24575,'-2'3'0,"0"10"0,2 6 0,0 4 0,1 8 0,-2 5 0,0-8 0,-2 2 0,0 1 0,1 1-544,-1 1 1,0 2 0,0-1 0,-1 0 543,1-2 0,-1 0 0,0-1 0,-1-1 0,0 7 0,0-2 0,0-4 260,2-6 0,-1-4-260,-2 8 0,4-21 0,1-7 0,1-8 0,0 2 1653,0-4-1653,0 1 0,0-5 0,0-4 0,0-5 0,0 1 0,-2-4 0,1 12 0,-5-5 0,1 1 0,-6-12 0,1-5 0,4 14 0,0 1 0,-2-10 0,2 9 0,3 12 0,2 5 0,1 6 0,0 12 0,0 7 0,0 11 0,0-4 0,0-5 0,0-6 0,0-5 0,0 3 0,0 17 0,0-2 0,0 5 0,0-8 0,0 2 0,0 1 0,0 0-327,0 0 0,0 0 0,0 0 0,0 0 327,0 0 0,0 1 0,0-1 0,0-3 0,0 7 0,0-4 0,0-9 0,1-4 0,0-9 0,1-3 0,-1-14 0,2-9 0,1-4 1308,-1-4-1308,0 6 0,2 0 0,3-2 0,6-8 0,4-2-629,-2 0 0,3-2 0,0-1 629,-1 6 0,0-1 0,1 1 0,-1 0 0,0 0 0,0 1 0,0 0 0,-1 1-132,4-3 1,0 1 0,-2 2 131,-3 5 0,0 1 0,-1 2 0,0 1 0,0 2 0,6-7 0,-12 14 0,-6 6 1847,-3 1-1847,-4 1 434,1 0-434,-5 0 0,0 0 0,-3 0 0,-5 2 0,0 1 0,-5 3 0,-8 1 0,7-1 0,-3-1 0,-7 0 0,-3 0-214,7-1 1,-2 0-1,1 0 214,1-1 0,1 0 0,-2 0 0,-2 0 0,-2 1 0,3 0 0,1 0 0,1 0 0,1 0 0,3 1 0,5-1 0,9-1 0,9-2 0,-1 0 0,7-1 641,1 1-641,1 1 0,3 1 0,0 4 0,0 4 0,-3 3 0,-1 4 0,-3-2 0,-1-5 0,-2-2 0,0-5 0,0-1 0,0 1 0,0-3 0,0 0 0,0-1 0</inkml:trace>
  <inkml:trace contextRef="#ctx0" brushRef="#br0" timeOffset="93109">6848 6503 8191,'-36'0'0,"9"0"3276,11 0-1489,-5 0-378,0 0 0,-3 0-1409,-10 0 0,-3 0 0,6 0 0,-2 0 0,0 0 213,3 0 1,-1 0-1,-1 0 1,2 0-214,-4-1 0,2 1 0,-4 1 655,6 1 0,-2 0 1,-2 2-1,2 0 0,2 0-380,-5 2 1,4 2-1,-2 0-275,3-1 0,-2 0 0,1 2 0,3 1-38,0 3 1,3 2 0,3 1 37,-3 7 0,3 3 0,6-4 0,2 1 0,0 1-233,-1 5 0,2 1 1,0 0 232,2-2 0,2 1 0,-1 0 0,1 0 0,0 0 0,1-1 0,1 3 0,0-1 0,2-1 0,-1 5 0,1 0 0,3-4 0,0 3 0,7-1 0,7-2 0,5 0 0,4 0 0,0-1-476,-2-5 1,0 0 0,2-1-1,2 0 1,2 0 475,-2-4 0,1 1 0,3 0 0,0-1 0,2 1 0,0-1 0,0-1 0,0-1-357,2 0 0,-1-1 0,1-1 0,1-1 0,0 0 1,1 0-1,0-1 0,1 1 357,-4-3 0,1 0 0,0 0 0,0 0 0,1-1 0,0 1 0,1-1 0,0-1 0,1 1 0,0-1-274,0 0 1,0-1 0,0 0 0,1 0 0,0 0 0,1-1 0,0 1 0,1-1 0,0 0 0,0-1 0,0 1 0,0 0 252,-2-2 1,0 1 0,0 0 0,1-1 0,-1 1 0,1-1 0,1 0 0,-1 0 0,1-1-1,0 1 1,0 0 0,0-1 0,1 1 0,0 0-111,-4-1 1,1-1-1,0 1 1,1 0 0,-1 0-1,1-1 1,0 1 0,0-1-1,0 0 1,1 1 0,-1-1-1,1 0 1,0 1 0,-1-1-1,1 0 1,0 1 0,0-1 130,-1 0 0,1 1 0,0-1 0,0 1 0,0-1 0,1 0 0,-1 1 0,1-1 0,-1 0 0,1 1 0,-1-1 0,1 0 0,-1 0 0,0 0 0,-1 0 0,0 0 0,0 0 0,0-1-56,2 1 1,0 0-1,-1 0 1,-1-1-1,0 1 1,0-1-1,0 0 1,0 1-1,0-1 1,0 0-1,0 0 1,2 0-1,-1 1 1,2-1-1,0 0 56,-5 0 0,1 0 0,0-1 0,1 1 0,1 0 0,0 0 0,1 0 0,-1 0 0,2 0 0,-1-1 0,0 1 0,-1 0 0,1-1 0,-1 1 0,0 0 0,-1-1 0,-1 0 0,0 1 0,-1-1 0,-2 0 0,0 0-16,7 0 0,-1 0 1,-2-1-1,-1 1 1,-1 0-1,-1-1 1,1 1-1,-1-1 1,2 0-1,0 0 1,2-1-1,2 1 16,-7-1 0,1 1 0,2-1 0,1 1 0,1-1 0,0 0 0,1 0 0,0 0 0,0 0 0,1 0 0,-2 0 0,1-1 0,-1 0 0,-1 1 0,0-1 0,-2-1 0,-1 1 0,-2 0 0,-1-1 82,11-2 0,-2 0 0,-2 0 1,-1-1-1,-2 0 0,0 0 0,-1 0 1,1 0-1,0 0-82,3 0 0,-1 1 0,0 0 0,0 0 0,-1 0 0,1-2 0,-1-1 0,0-1 0,-2-2 0,0-1 0,1-2 0,0-1 0,-1 0 0,-1 0 0,-2 0 0,-2 0 0,-2 2 0,4-4 0,-5 1 0,0 0 0,3-2 273,1 0 0,4-1 0,2-1 0,-1 0 0,-3-1 0,-5 0-273,-2-1 0,-3-1 0,-4 1 0,-1-1 873,-3-2 0,-3-1 1,-1-1-874,-1-2 0,0-2 0,-2-2 0,-3 1 0,-2 0 0,-2-1 0,-3 0 0,-1-1 617,0 3 0,-3-2 0,0 0 0,-1 0 0,0 2-617,1-1 0,0 2 0,-2-1 0,-4-2-197,0 7 0,-3-2 0,-2-2 0,-2 0 0,-1-1 1,-2 1-1,0 0 0,0 2 0,1 2 197,-2 1 0,0 3 0,0 0 0,0 2 0,-2 0 0,-2-1 0,-1 0 0,-2-2-165,6 5 0,0-1 1,-3-1-1,0 0 1,-2-1-1,-1 0 1,0 0-1,-1 0 1,0 0-1,0 0 1,-1 1-1,1 0 1,1 1-1,0 1 1,1 1-1,0 2 165,-1-2 0,0 2 0,1 1 0,0 0 0,1 2 0,-1-1 0,0 2 0,0-1 0,-1 1 0,-1 0 0,-1 0 0,-1 0-125,4 2 1,-1-1-1,-1 1 1,-1-1 0,-1 1-1,0 0 1,-1 0-1,0 0 1,-1 1 0,1-1-1,-1 1 1,1 1-1,0-1 1,0 2 0,1-1-1,0 1 1,1 0-1,1 1 125,-4 0 0,0 1 0,1 0 0,0 1 0,1 1 0,0 0 0,0 0 0,1 1 0,-1-1 0,-1 1 0,1 0 0,-1 0 0,-1 0-94,1 0 1,0-1-1,-1 1 1,0 0-1,-1 0 1,1 0 0,-1 1-1,0-1 1,0 1-1,0 0 1,1 0 0,0 0-1,1 0 1,1 1-1,0 0 94,-3 1 0,0-1 0,1 2 0,0-1 0,0 1 0,0 0 0,2 0 0,0 0 0,0 0 0,2 0 0,1 0 0,0 0 95,-7 0 1,2 0 0,1 0 0,1 0 0,1 1 0,0 0 0,-1 2-96,-3 1 0,-1 2 0,0 1 0,0 1 0,3-1 0,4-1 0,4-2 1109,-7 3 1,2-1-1110,1 0 0,-6 3 0,2-2 0,9-2 0,0-2 0,22-5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35:14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2636 3973 24575,'-6'-1'0,"-3"0"0,-8 4 0,-5 2 0,-4 0 0,-5 1 0,-2-1-656,2-1 1,-3 0-1,-1-1 1,-2 1 0,1-1 108,2 0 1,0 0 0,-1 0 0,0 0 0,0-1 0,-1 0 505,3-1 1,-1 1 0,0-1-1,0-1 1,0 1 0,1-1 0,2 1 40,-4-1 0,1 0 0,2 0 0,0 0 0,1 0 440,-2 0 1,-1 0-1,3 0 1,4 0-441,-1-1 0,4 2 568,1 1 0,5 1-568,10 2 0,-3 5 0,11-2 3276,0 13-2827,0 7-343,0-1 1,0 3-107,0-2 0,0 2 0,3-4 0,1 0 0,2 0-311,2 1 1,3-1-1,1 0 311,6 1 0,2 0 0,3-1 0,1-2 0,2 0 0,0-3 0,-4-5 0,1-1 0,2-2 0,4-1 0,4-2 0,0-1 0,-1-2-737,4-2 0,-1-3 1,3 0 736,-5 2 0,2 1 0,2 0 0,0 0 0,-2-1 0,-3-1 0,0-1 0,-1 1 0,0-1 0,0 1 0,7 1 0,-1 1 0,0 0 0,-1 1-349,-2 0 0,0 0 0,0 1 0,-1 1 349,-4-1 0,-1 0 0,0 0 0,0 0-178,6 1 0,-1 0 0,-1-1 178,-2 0 0,-1 0 0,-1-1 0,2-2 0,0 0 0,-1-1 0,0 0 0,0-1 0,1 0 0,4 1 0,2-1 0,1 0-136,-8 0 1,1 0 0,1 0 0,-1 0 135,-1-1 0,1 0 0,-1 0 0,1 0 0,0 1 0,1-1 0,-1 1 0,1-1 0,-1 0 0,0-1 0,0 0 0,-1 0 0,0 1 0,-1-1 0,0 0 0,0-2 0,2-1 0,1-1 0,0-1 0,-1-1 0,0 0 0,-1-1 0,0-1 0,0-1 0,1-2 0,-1-1 0,1-1 0,-1 0 0,1 0 0,0 0 0,0-1 0,-1 0 0,0 0 0,-1-1 0,0 1 0,1 0 0,0 0 0,1 1 0,-1 1 0,-3 0 0,6-4 0,0 1 0,-1 4 0,3 0 0,1 0 0,-4 2 0,0 0 0,1 1 227,0-1 0,4 0 1,1 0-1,-4 0-227,-3 2 0,-3 0 0,1 1 323,2 0 1,1 0 0,-2 0-324,-3 2 0,-1 0 0,0 0 0,11-2 0,-1 0 0,-1 0 0,-1 1 0,-1-1 0,-1 0 290,-3 1 1,0-1-291,-2 0 0,0 0 743,-4 1 0,-1-1-743,11-4 1176,-10 4-1176,-10 2 490,-7-2-490,-4 1 0,-14-4 0,-5-2 0,-3 0 0,-8-2 0,-5-1-305,10 4 0,-3-2 0,0 0 0,1 1 305,-3-1 0,1 1 0,-5-1-547,6 2 1,-5 0 0,-1 0 0,-1 0 0,0 0 0,3 1 543,0 1 1,1 0 0,1 1 0,-1 0 0,-3-1 2,3 1 0,-3 0 0,0 0 0,-1 0 0,-1 0 0,1 0 0,-1 1 0,3 1 0,-1 0 0,-1 0 0,0 1 0,1 0 0,0 0 0,1 0 0,1 0-534,-1 0 0,1 0 0,1 1 0,0-1 0,-1 1 0,-2-1 534,0 1 0,-2 0 0,-2-1 0,0 1 0,0 0 0,0-1 0,2 1 0,2 0 0,-6 0 0,3-1 0,0 1 0,1-1 0,-1 1 0,-1 0 0,0 0 0,0 0 0,0 1 0,3-1-86,-1 0 1,2 0 0,1 0-1,3 1 86,-8 1 0,7 0-820,-3 0 1,15 1 0,16 0 0</inkml:trace>
  <inkml:trace contextRef="#ctx0" brushRef="#br0" timeOffset="4435">7607 5463 24575,'-23'0'0,"-1"0"0,-3 0 0,-3 0 0,-3 0 0,1 0 0,-3 0 0,-3 0 0,-1 0 0,0 0-469,5 0 1,0 0 0,-2 0 0,0 0 0,-1 0 0,0 0 0,0 0 58,4 0 0,-1 0 1,0 0-1,-1 0 1,1 0-1,-1 0 0,0 0 1,1 0 104,-3 0 1,1 0 0,-2 0 0,1 0 0,0 0 0,1 0 0,-1 0 0,1 0 304,-1 0 0,-1 0 0,1 0 0,0 0 0,1 0 0,0 0 0,0 0-139,2 0 1,1 0 0,0 0 0,0 0-1,0 0 1,1 0 0,-1 0 138,-4 0 0,-1 0 0,0 0 0,1 0 0,1 0 0,1 0 166,1 0 1,1 0 0,1 0 0,1 0 0,0 0-167,-3 0 0,0 0 0,2 0 0,1 0-54,-3 0 1,1 0 0,3 0 53,-1 0 0,2 0 1638,0 0 0,1 0-1401,6 0 1,2 0 3038,-16 0-3052,6 2 1517,-3 0-1741,-1 1 144,15-1 1,-1 0-145,-1 0 0,1-1 0,-1 0 0,0 1 0,1 0 0,0 0 0,-16 1 0,3 2 0,7 0 0,5 0 0,5 1 0,5-1 0,1 2 0,3-3 0,-4 7 0,1-3 0,-2 5 0,2-3 0,1 1 0,3-5 0,3 0 0,2-4 0,2 1 0,2 0 0,9 0 0,2-2 0,17 2 0,8 2 0,-11-2 0,1 0 0,2 0-571,1 1 0,2 1 0,2 0 0,0-1 571,-6 0 0,1 0 0,0-1 0,0 1 0,-1-1 0,3 1 0,-1 1 0,0-1 0,0 0-192,2-1 1,-1 0 0,0 0 0,-3 0 191,-2-1 0,-2 1 0,0-2 0,2 1 0,-1-1 0,-3-1 0,-4 1 0,-1 0 0,18-4 0,1-1 0,-16 0 0,0-1 0,14-2 0,1-1 0,-8 0 0,0-1 0,1 2 0,0 0 1094,0 0 0,0 0-1094,2 1 0,0 0 0,1 1 0,0 1 0,-7 2 0,0 0 0,1 0 12,1 1 0,1 0 1,0 0-13,3 1 0,1 1 0,0 0 0,1 1 0,-1 1 0,1 1 0,1-1 0,0 0 0,-1 1 0,-5 0 0,-1 0 0,1 0 0,0-1 0,0 0 0,-2 0 0,0 0 0,-1-2 0,-1 1 0,-2-1 0,-3 1 0,-11-2 0</inkml:trace>
  <inkml:trace contextRef="#ctx0" brushRef="#br0" timeOffset="6370">9294 6255 24575,'-24'0'0,"-1"0"0,-4 0 0,3 0 0,-2 0 0,-1 0-888,-6 0 1,-1 0 0,0 0 887,6 0 0,0 0 0,0 0 0,1 0 0,-6 0 0,1 0 0,0 0 0,-3 0 0,-1 0 0,1 0 0,2 0 0,1 0 0,-1 0 0,6 0 0,0 0 0,0 0 0,0 0 0,-9 0 0,1 0 0,1 0-2,3 0 0,1-1 0,0 2 2,2 1 0,1 0 0,0 1 0,-6 3 0,0 0 290,-1 3 0,2 2-290,4-1 0,1 2 0,4-1 0,1 0 0,3-1 0,2 0 663,2 1 0,2-1-663,-6 5 352,2 1 0,1 3-352,3-2 0,1 0 0,-8 9 0,0 1 0,0 2 0,2 0 29,5-6 0,1-1-29,0-2 0,2-2 0,1 3 0,5-9 0,5-4 0,22 15 0,-1-7 0,4 1 0,2 2 0,5 1 0,1 1-603,-8-6 0,2-1 0,0 1 0,1 1 0,1-1 603,2 1 0,2 0 0,0 0 0,1 1 0,2-1-469,-6-3 1,2 0 0,1 0 0,1 0 0,0-1 0,0 0 0,1 0 331,-3-1 0,0-1 1,0 0-1,1 0 0,0 0 1,0-1-1,0 0 0,-1 0 137,5 1 0,-1 0 0,0 0 0,0 0 0,0-1 0,1 0 0,0-1-370,-4 0 0,1-1 0,0-1 0,0 1 0,0-1 1,0 0-1,0 0 0,-1-1 370,1 0 0,0-1 0,0 0 0,-1 0 0,0-1 0,0 0 0,1 1-326,4-1 1,0 0-1,1-1 1,-1 1-1,0-1 1,0 0 325,-4-1 0,0 1 0,1-1 0,-1 0 0,0 0 0,-1-1 0,-1 0 6,6 0 0,-2 0 0,0-1 1,0-1-1,0 0-6,3-1 0,0-1 0,0-1 0,-1 0 0,-2 0 445,1-1 1,-2 0 0,-1-1-1,1 0-445,0-2 0,0 0 0,0 0 0,-2 0 866,3-1 1,-2 0 0,-2 1-867,6-1 0,-2 1 1503,-4 1 1,-2 1-1504,3 0 2624,-4-3-2624,-18-6 0,-6-1 0,-5-5 0,-6-2 0,-6-2 0,0-3-96,1 3 1,-2-2-1,0 0 1,-1 0 95,0 2 0,-1 0 0,0 0 0,-1 0 0,0 0 0,-1-2 0,0 1 0,-1-1 0,0 1 0,1 1 0,-4-3 0,1 0 0,-1 1 0,-1 1 0,0 2 0,1 1 0,-2 0 0,-2 2 0,3 4 0,-1 1 0,-2 0 0,0 2 0,-2-1-425,-1 2 1,-1 1-1,-2 0 1,0 0-1,0 1 1,1 1 424,-2-2 0,0 2 0,0 0 0,0 0 0,-2 0 0,2 0 0,-4 0 0,1 0 0,0 1 0,3 0 0,4 2 0,1 1 0,3 1 0,1 0 0,-8-2 0,-1 0 0</inkml:trace>
  <inkml:trace contextRef="#ctx0" brushRef="#br0" timeOffset="39767">5467 7814 8191,'21'-2'0,"1"0"0,2 1 0,2 0 0,3 0 567,-2 1 1,2 0 0,1 0 0,2 0-568,-1 0 0,2 0 0,1 0 0,1 0 0,2 0 0,0 0 0,-6 0 0,1 0 0,1 0 0,0 0 0,1 0 0,1 0 0,1 0 0,1 0 0,0 0-67,-4 0 0,2 0 0,1 0 0,0 0 0,1 0 0,1 0 0,0 0 0,0 0 0,-1 0 0,1 0 0,-2 0 1,0 0-1,-1 0 67,3 0 0,-1 0 0,-1 0 0,0 0 0,0 0 0,-1 0 0,1 0 0,1 0 0,0 0 0,2 0-28,-4 0 0,0 0 0,2 0 0,1 0 0,1 0 1,-1 1-1,1-1 0,0 0 0,-1 0 0,0 0 0,-1 0 1,-2-1-1,-1 1 0,-2 0 28,8-1 0,-3 0 0,-1 1 0,-1-1 0,-1 0 0,0-1 0,0 1 0,0-1 120,1 1 1,0-1 0,1 1-1,-1-1 1,-1 0 0,1-1-1,-1 0 1,-1 0-121,1-1 0,0-1 0,0 0 0,0-1 0,-2 0 0,-2 0 0,-1 0 162,7-3 1,-3 0-1,-1 0 1,0-1-163,2 0 0,1 0 0,-1 0 0,-2 0 1092,-2 1 0,-3 0 0,-2 0-1066,0 0 1,-4 1 3249,12-4-1573,-15 5 1573,-10 2-2680,4-6 982,-2 0-1578,10-6 0,3 1 0,-3 2 0,0 2 0,1 0 0,8-5 0,-6 4 0,1-1 0,5-8 0,-5-3 0,-6-4 0,-6-3 0,-2-1 0,-2 0 0,-5-2 0,-2 14 0,0 0 0,0-2 0,-2 1 0,1-1 0,-2 0 0,-2 1 0,-1 1 0,-2 3 0,-3 1 0,-2-1 0,-3 2 0,-4 1 0,-2 2 0,-1 1 0,0 1 0,-2 1 0,1 0 0,2 2 0,0 0 0,-11-2 0,13 4 0,-2 0 0,-3 1 0,-3 1 0,-6 0 0,-2 0-309,8 1 0,-2 1 0,-1 0 309,-2 0 0,-1 1 0,1 0 0,7 1 0,1-1 0,-4 1 0,-3-1 0,-3 0 0,-2 0 0,-1 0 0,0 0-656,1 1 1,0 0-1,-1 0 1,-1 0 0,-2 0 492,8-1 0,-2 1 0,-1-1 0,-1 1 0,-1-1 0,1 1 0,-1 0 0,1 0-202,2-1 1,1 1 0,0 0 0,-1 0 0,1 0 0,-1 1 0,0-1 0,0 1 0,0 0 241,-1 0 1,0 0 0,0 0-1,0 1 1,-1 0 0,1 0-1,0 0 1,0 0 0,0-1 122,-3 1 0,1 0 0,-1 0 0,1 0 0,0 0 0,0 1 0,0-1 0,0 1-315,2 0 1,0 1-1,0-1 1,0 1 0,0 0-1,1 0 1,-1 0 0,1 1 314,-4-1 0,-1 1 0,1 0 0,0 0 0,1 0 0,1 0 0,2-1-150,1 1 0,2 0 0,1-1 0,-1 1 1,-1 1 149,-1-1 0,-1 1 0,-2 1 0,1-1 0,2 0 0,4 0 581,-6 1 0,5-1 0,-2 1-581,1-1 0,-1 0 0,0 0 0,4-1 1638,-10 3 0,4-2-1401,5-2 0,1 0 1401,6 0 0,1-1-1281,1 1 1,1-1 2239,-17 3-2597,11-2 534,2 2 1,1 0-535,6-2 0,-12 7 0,0-1 0,14-3 0,-17 7 0,25-11 0,1 0 0,4-2 0,0 0 0,1 1 0,2-1 0,1 1 0,2-2 0,-1 0 0,0 1 0,0 0 0,-1 3 0,0 1 0,0 7 0,-2-1 0,5 16 0,-4-8 0,3 5 0,-5-11 0,0-5 0,0-3 0,0-3 0,0 7 0,0-3 0,0 16 0,0-1 0,0-2 0,0 1 0,0-18 0,0 6 0,0-7 0,0 19 0,0 6 0,0-5 0,0 2 0,1-3 0,-1-2 0,1 9 0,0-12 0,0-11 0,-1-3 0</inkml:trace>
  <inkml:trace contextRef="#ctx0" brushRef="#br0" timeOffset="76720">24988 6480 8191,'-7'0'0,"-13"0"1638,-4 0 0,-6 0-1439,5 0 0,-3 0 0,-2 0 0,-1 0-199,-2 0 0,-3 0 0,-1 0 0,-1 0 0,-1 0-135,6 0 0,-1 0 0,-1 0 1,0 0-1,-1 0 0,-1 0 0,0 0 135,5 0 0,-1 0 0,-1 0 0,0 0 0,-1 0 0,0 0 0,1 0 0,-1 0 0,0 0-93,0 0 1,0 0-1,0 0 1,0 0 0,0 0-1,-1 0 1,1 0-1,-1 0 1,0 0 92,0 0 0,0 0 0,-1 0 0,-1 0 0,1 0 0,0 0 0,1 0 0,0 0 0,2 0 0,1 0 0,-2 0 0,2 0 0,2 0 0,0 0 0,0 0 0,-2 0 0,-2 0 120,3 0 0,-2 0 0,-2 0 0,-1 0 0,0 0 1,0 0-1,2 0 0,1 0 0,4 0 0,3 0-120,-5 0 0,5 0 0,2 0 0,-5 0 4,-3 0 0,-4 0 0,-1 0 1,0 0-1,4 0 0,7 0-4,-2-1 0,5 2 1446,1-1 1,3 0-1447,-1 2 3276,11-1-1648,4 5 1648,5-4-2564,-3 6 365,-3 2-1077,-7 8 0,-6 4 0,-4 4 0,-1-1 0,6-3 0,1 1 0,6-1 0,2 3 0,3 1 0,3 1 0,3-3 0,1 0 0,0-3 0,0 13 0,0-5 0,2-10 0,0 0 0,5 8 0,3-4 0,2-8 0,2 0 0,2 2 0,3 0 0,1 1 0,3 2 0,0 0-604,4 2 0,1 0 0,1 1 604,-2-2 0,2-1 0,-1 1 0,-1-1 0,1 0 0,0 0 0,-1-1-34,4 2 1,0 0-1,-3-4 34,-8-5 0,-2-3 0,1 1 0,-1-1 0,0-4 0,1-2 0,4 1 0,2 1 0,2 0 0,1 1 0,2 0-342,2 0 0,0 0 0,2 0 342,1 1 0,2 0 0,-1-1 0,1-1 0,0-1 0,0-1 0,-2 0 0,0-1 0,2-1-72,-6-1 1,1-1 0,1 0 0,0-2 71,0-1 0,1 0 0,1-1 0,0-1-489,-3 1 1,1 0 0,0 0 0,1-1 0,0 0 488,0-1 0,2 0 0,-1-1 0,-1 0 0,-1 1 0,-1 0 0,-1 1 0,0 0 0,3 0 0,-2-1 0,4 0 0,1 0 0,-1-1 0,-3 2 0,-5 0 0,4-1 0,1 0 0,-7 2 0,4-1 0,5-1 0,1-1 0,2 1 0,-2-1 0,-3 2 0,-3 0 0,2 0 0,-5 2 0,1-1 0,3 0 0,-2 0 0,3-1 0,1 0 0,2-1 0,-1 1 0,-2 0 0,-1 1 0,7 0 0,-2 2 0,-2-1 0,0 1-171,-5 0 1,0 0-1,-1 1 1,-1 0 170,7 0 0,-1 1 0,-1 0 229,-6 1 1,0-1-1,-1 1-229,9 0 0,-1 0 0,-2 0 0,1 0 0,4 1 0,0 1 0,-6 0 0,-1 0 0,-3 0 0,1 2 0,-2-1 0,4 3 0,-1 0 853,6 1 1,-1 0-854,-5 0 0,0-1 1413,3 1 1,-1 0-1414,-4-3 0,-1 0 467,-1-1 1,-1 0-468,14 0 190,-12-3-190,-1-1 0,-12-1 0,9-6 0,-11 1 0,3-2 0,-7 2 0,1 2 0,0-2 0,7-3 0,1-3 0,8-2 0,0-1 0,1 1 0,-1 0 0,-7 4 0,-4-1 0,-5 3 0,-1-6 0,0-3 0,0-9 0,2-6 0,-1 2 0,0 2 0,-2 8 0,-3 9 0,-1-17 0,-4 9 0,-3-3 0,-2-3 0,-5 2 0,-4-2 0,3 6 0,-3-2 0,-1 1-646,-6-4 0,-3 1 1,-1-1 645,2 3 0,-2 1 0,-1-1 0,0 1 0,4 4 0,-1-1 0,0 1 0,0 0 0,0 1 0,-2-2 0,0 0 0,0 1 0,0 1-186,1 0 1,0 1-1,1 0 1,1 3 185,1 1 0,1 2 0,-1 0 0,-8 0 0,-3 1 0,0 1-433,0 1 0,0 2 1,-1 0 432,5 1 0,0 1 0,0 0 0,1 0 0,-7 0 0,0 1 0,2 0-157,1 1 1,2-1-1,0 0 157,6 1 0,1 0 0,0 0 0,-5 1 0,0 0 0,2 0 0,-2 0 0,0 1 558,4 1 1,-2 0-1,4 0-558,-11 1 0,2 1 0,25-4 0</inkml:trace>
  <inkml:trace contextRef="#ctx0" brushRef="#br0" timeOffset="111060">26309 6510 24575,'-19'0'0,"1"0"0,-7 1 0,-1-2 0,-7 0 0,-1-2 0,6 2 0,-1-1 0,1 1-473,-8-2 1,-1 1 472,7 0 0,-1 1 0,1 0 0,-4 1 0,1 0 0,7 0 0,1 0 0,-1 0 0,-9 0 0,1 1 0,1 1 0,0 0 155,0 2 0,1-1-155,7 1 0,2 1 78,2-1 1,2 1-79,-2 1 0,5-1 0,11-4 478,6 1-478,2-2 0,3 0 0,-3 0 0,1 0 0,-1 0 0,-1 0 0,-1 0 0</inkml:trace>
  <inkml:trace contextRef="#ctx0" brushRef="#br0" timeOffset="212388">2168 3769 24575,'5'20'0,"5"-3"0,3 1 0,4 6 0,2 2 0,-1-4 0,3 1 0,-1 0 0,-2-4 0,-1 0 0,0 0 0,6 5 0,-1-1 0,-5-7 0,-3-2 0,-2-3 0,-2 0 0,-10-9 0,-2 0 0,-5-1 0,-6-1 0,-13 0 0,-4 0 0,12 0 0,-2 0 0,-16 0 0,7 0 0,9 0 0,10 0 0,6 0 0,3-2 0,12-1 0,12-16 0,-5 7 0,2 0 0,1-4 0,1 1 0,2 0 0,0 3 0,-6 4 0,0 2 0,9-2 0,-13 6 0,-10 2 0,-3 0 0,-10 5 0,-11-2 0,-2 4 0,-8-2 0,10-3 0,4-1 0,-4-2 0,5 0 0,0-1 0,5 0 0,7-1 0,3 2 0,16-5 0,9-1 0,-2 0 0,2 1 0,5-1 0,3 0 0,-3 1 0,-2 0 0,-1 1 0,4 1 0,-4 2 0,-10 2 0,-1 0 0,-24 10 0,-10 4 0,3 0 0,-3 1 0,-3-1 0,0 0 0,3-1 0,0 0 0,-2-2 0,0-2 0,-7 4 0,-2 0 0,11-5 0,1 2 0,10-6 0,2 0 0,3 3 0,2-1 0,0 2 0,2-4 0,8-3 0,8-1 0,7 0 0,8 0 0,4 0 0,-16 3 0,2 2 0,0 0 0,0 2 0,-1 2 0,0 1 0,-3-1 0,-2 0 0,7 4 0,-8-4 0,-10-4 0,-3-4 0,-1 0 0,-3-5 0,-6-10 0,-7-19 0,4 6 0,-2-2 0,3 6 0,0-1 0,1 0 0,-2-5 0,1-1 0,0 2 0,1-3 0,0 4 0,2 4 0,-1 1 0,-1-10 0,-1 1 0,-3 1 0,7 13 0,0 8 0,3 3 0,2 2 0,0 1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8:41:03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29588 214 24575,'0'-9'0,"0"2"0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9:05:55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25699 5819 8191,'-21'-5'0,"-11"2"0,-10 1 0,17 2 0,-3 0 0,-1 1 0,-4-1 0,-2-1 0,5 0 0,-1-1 0,-3 0 0,-2 0 0,-1-1 0,-1 0 0,-1 0 0,-1 0 0,1 0 0,0 0 0,0 0 0,4 1 0,-1-1 0,1 0 0,-1 1 0,1-1 0,-2 0 0,1 1 0,-1-1 0,-1 0 0,0 1 0,-1-1 0,0 0 0,-2 1 0,8 0 0,-1 0 0,0 0 0,-1 0 0,0 1 0,-1-1 0,0 0 0,-1 0 0,0 0 0,0 1 0,-1-1 0,1 0 0,-1 1 0,1-1 0,-1 0 0,1 1 0,-1-1 0,1 0 0,0 1 0,1-1 0,-1 1 0,1-1 0,-1 1 0,1-1 0,-1 0 0,1 1 0,0-1 0,-1 0 0,1 1 0,-1-1 0,1 1 0,-1 0 0,1-1 0,0 1 0,-1 0 0,1 0 0,0 0 0,0 0 0,-1 0 0,1 0 0,-1 0 0,0 1 0,-1-1 0,1 1 0,-1 0 0,1 0 0,-1 0 0,1 0 0,0 0 0,-1 0 0,1 0 0,0 0 0,1 0 0,-1 1 0,1-1 0,0 0 0,0 0 0,1 1 0,0-1 0,-4 0 0,0 0 0,0 1 0,1-1 0,0 0 0,0 0 0,1 1 0,-1-1 0,1 0 0,1 1 0,-1 0 0,1-1 0,-1 1 0,1 0 0,0 1 0,-2-1 0,-1 1 0,0 0 0,0 0 0,1 0 0,-1 0 0,1 1 0,1-1 0,1 1 0,0 0 0,2-1 0,1 1 0,1 0 169,-8 0 1,2 1 0,2 0 0,2 0-1,0 0 1,1 0 0,-1 0-170,0 1 0,1-1 0,1 0 0,0 1 0,0 1 0,1 3 0,-3 2 0,-1 3 0,0 2 0,2 0 0,2 1 0,5-2 0,-1 4 0,4 0 0,-3 2 0,3-5 0,-3 3 0,-3 0 0,0 2 0,0 0 0,3 1 0,3-1 0,2 4 0,2-1 0,3 2 0,0 0 0,0 2 190,1-2 1,1 1 0,-1 1 0,1 1 0,0 0 0,0 0-191,0 3 0,0 0 0,0 1 0,0 1 0,1 0 0,-1 2 66,3-4 0,0 2 0,0 0 0,0 1 0,0 0 0,1 0 0,0 0 0,1 0-66,0-1 0,0-1 0,0 0 0,1 0 0,0 1 0,1 0 0,0 1 0,0 1 0,0-2 0,1 0 0,1 2 0,-1 0 0,1 1 0,0 0 0,0 0 0,1 0 0,0 0 0,0-1 0,1-1 0,-1 0 0,1 0 0,1 0 0,-1 0 0,1 0 0,0 0 0,1 0 0,1 1 0,-1 1-131,2-3 1,0 0 0,0 1-1,0 0 1,1 1 0,1-1 0,-1 1-1,1 0 1,1-1 0,-1 1 0,1-1-1,0 0 131,1 0 0,0-1 0,0 1 0,0-1 0,1 0 0,0 1 0,0-1 0,1 0 0,0 0 0,1 0 0,0 0 0,1 0-80,0 1 0,1 0 0,1 1 0,0-1 0,0 0 0,2 0 0,-1 0 0,0 0 0,1-1 0,0 0 0,0 0 0,1-1 80,-1 0 0,1 0 0,0 0 0,1 0 0,0-1 0,0 0 0,0 0 0,0-1 0,0 0 0,0-1 0,1-1 0,1 3 0,0-1 0,0-1 0,0 0 0,0-1 0,1 0 0,-1 0 0,1-1 0,1 0 5,0 2 0,1 0 0,0-1 0,1 0 1,-1-1-1,1 0 0,1-1 0,0 0-5,1-1 0,1-1 0,0 0 0,0 0 0,1-1 0,1-1 0,-1 0 0,1 0 0,0-1 0,-1 0 0,1-1 0,0 0 0,1 0 0,0-1 0,1-1 0,2 1 0,-1-2 0,1 0 0,0 0 0,2-1 0,0 0 0,0-1 0,0-1 0,1-1 0,-1-1 0,0-1 0,-1-2 0,1-1 0,0 0 0,0-1 0,1-1 0,-1 0 0,2-1 0,0 1 9,-1-2 0,1 1 0,1-2 1,0 0-1,1 0 0,-1-1 1,1 0-1,-1 0 0,1 0 0,-2 0-9,3-1 0,-1 1 0,-1-1 0,-1 0 0,2 0 0,0-1 0,1 0 0,3 0 0,2-1 0,-11-1 0,1 1 0,2-1 0,1-1 0,0 1 0,2-1 0,0 0 0,1 0 0,0 0 0,1 0 0,-1-1 0,1 1 0,-1-1 0,1 1 0,-2 0 0,1 0 0,-2 0 0,0 0 0,0 0 0,0 0 0,-1 1 0,-1-1 0,1 0 0,-1 1 0,0-1 0,0 0 0,0 1 0,0-1 0,1 0 0,1 1 0,1-1 0,0 0 0,2 0 0,0 0 0,-7 1 0,0-1 0,1 0 0,1 0 0,0 0 0,1 0 0,1 0 0,-1 0 0,1 0 0,1 0 0,0 0 0,0 0 0,0 0 0,1-1 0,-1 1 0,1 0 0,0 0 0,-1 0 0,1 0 0,0 0 0,-1 0 0,1 0 0,-1 0 0,-1 1 0,1-1 0,-1 1 0,0-1 0,1 1 0,0-1 0,-1 1 0,1 0 0,-1 0 0,0 0 0,1 0 0,-1 0 0,0 0 0,0 0 0,0 0 0,0 0 0,0 1 0,0-1 0,0 0 0,0 0 0,0 0 0,1 1 0,-1-1 0,1 0 0,0 0 0,0 1 0,0-1 0,0 0 0,1 0-14,-3 0 1,0 0 0,1 1-1,0-1 1,0 0 0,0 0 0,0 1-1,0-1 1,0 0 0,1 1-1,-1-1 1,1 0 0,0 1 0,0-1-1,-1 0 1,1 0 0,0 1 0,0-1-1,0 0 1,0 0 0,-1 0-1,1 0 1,0 1 0,0-1 0,-1 0-1,1-1 1,-1 1 0,0 0-1,0 0 14,1 0 0,0-1 0,-1 1 0,1 0 0,-1-1 0,1 1 0,-1 0 0,1-1 0,-1 1 0,0 0 0,1-1 0,-1 1 0,0-1 0,1 0 0,-1 1 0,0-1 0,1 0 0,-1 1 0,0-1 0,0 0 0,1 0 0,-1 0 0,0 0 0,1 0 0,-1 0 0,0-1 0,1 1 0,-1 0-3,1-1 0,0 0 0,0 1 0,0-1 0,-1 1 0,1-1 0,0 0 0,0 0 0,0 0 0,1 0 0,-1 0 0,0 0 0,0 0 0,0 0 0,0 0 0,0 0 0,0-1 0,-1 1 0,1-1 0,0 1 0,0-1 0,-1 0 0,1 1 0,-1-1 0,1 0 0,-1 0 0,0 0 0,0-1 3,1 1 0,0 0 0,0-1 0,0 0 0,0 0 0,0 0 0,0 0 0,0 0 0,-1 0 0,1 0 0,-1 0 0,1-1 0,-1 1 0,0-1 0,1 1 0,-1-1 0,0 1 0,0-1 0,1 0 0,-1 1 0,0-1 0,0 0 0,0 1 0,0-1 0,0 0 0,0 0 0,1 1 0,0-1 0,-1 0 0,1 0 0,0-1 0,0 1 0,0 0 0,-1 0 0,1-1 0,0 1 0,0 0 0,-1-1 0,1 1 0,-1 0 0,1-1 0,-1 1 0,0-1 0,0 1 0,0 0 0,0-1 0,-1 1 0,1 0 0,-1 0 0,0-1 0,0 1 0,3 0 0,0-1 0,0 0 0,0 0 0,-1 1 0,1-1 0,-1 0 0,0 1 0,0-1 0,0 0 0,0 1 0,-1-1 0,1 0 0,-1 1 0,0-1 0,0 1 0,0 0 0,0-1 0,0 1 0,-1 0 0,1 0 0,0 0 0,0 0 0,0-1 0,0 1 0,0 0 0,0 0 0,-1 0 0,1 0 0,-1 1 0,0-1 0,0 0 0,0 0 0,-1 1 0,1-1 0,-1 1 0,0 0 0,1-1 0,-2 1 0,1 0 0,3 0 0,-1-1 0,1 1 0,-1 0 0,0 0 0,0 0 0,0 0 0,-1 1 0,1-1 0,-1 0 0,-1 1 0,1-1 0,-1 1 0,0 0 0,0 0 0,-1-1 0,7 1 0,-2-1 0,1 1 0,-1-1 0,-1 1 0,1 0 0,-1 0 0,-1 0 0,1 0 0,-2 0 0,1 0 0,-1 0 0,2 0 0,0 0 0,-1 1 0,0-1 0,0 0 0,-1 1 0,-1-1 0,1 1 0,-1-1 0,0 1 98,5-1 0,0 0 1,0 0-1,-1 1 0,-1-1 1,-1 1-1,-1-1 0,-1 2-98,4-1 0,-3 0 0,-1 1 0,0 0 0,0-1 359,1 0 0,0 0 1,0 0-1,-23 2-232</inkml:trace>
  <inkml:trace contextRef="#ctx0" brushRef="#br0">33866 6858 11028,'-7'-16'-108,"-9"-16"-125,-1 0-1,1 1 1,0 0 233,-2 0 0,1 0 0,-1 1 0,0 1 0,0 1 0,-1 1 0,0-1 0,0 2 0,-2-1 0,0 0-203,-2 0 0,0 0 0,-2 1 0,0-1 0,0 2 1,-1-1-1,-1 1 0,0 1 0,0 0 0,0 1 203,0 1 0,-1 1 0,0 0 0,0 1 0,0 0 0,-1 1 0,0-1 0,-1 1 0,0 0 0,-1-1 0,2 2 0,1 0 0,-2 1 0,1-1 0,-1 0 0,0 1 0,-1-1 0,0 1 0,0-1 0,-1 1 0,0-1 0,-1 0 0,4 2 0,-2 0 0,0-1 0,0 1 0,-1-1 0,0 0 0,0 0 0,-1 1 0,1-1 0,-1 1 0,1 0 0,0 0 0,1 0 0,0 1 0,0 1 0,-3-2 0,1 0 0,0 1 0,0 1 0,0-1 0,1 1 0,0 0 0,-1 0 0,1 1 0,-1-1 0,1 0 0,-1-1 0,-1 1 0,0-1 0,0 0 0,0 0 0,-1 0 0,1 1 0,0-1 0,0 0 0,0 1 0,1 0 0,1 0 0,0 1 0,-3-1 0,1 0 0,1 1 0,0 0 0,1 0 0,-1 0 0,1 0 0,-2 0 0,1 0 0,0 0 0,0-1 0,-1 1 0,0-1 0,0 1 0,0 0 0,0-1 0,1 1 0,-1 0 0,0 1 0,2 0 0,1 1 0,0-1 0,-1 1 0,1 1 0,0-1 0,-1 0 0,0 0 0,-1-1 0,0 1 0,1 0 0,0 0 0,0-1 0,-1 1 0,0-1 0,-1 0 0,1 1 0,-1-1 0,0 1 0,0 0 0,1 0 0,-1 0 0,1 1 0,-1 0 0,1 1 0,-1-1 0,0 0 0,1 1 0,-1 0 0,0 0 0,0 0 0,1 0 0,-1 0 0,0 1 0,0-1 0,0 0 0,0 1 0,0-1 0,-1 1 0,1-1 0,0 1 0,0 0 0,0 0 0,1 1 0,0 0 0,0 0 0,-3-1 0,0 1 0,2 0 0,-1 0 0,0 0 0,1 1 0,-1 0 0,0 0 0,-1 1 0,0 0 0,1 1 0,1 0 0,-2 1 0,0 0 0,0 0 0,0 0 0,-1 1 0,1 0 0,0 0 0,1 1 0,0-1 0,0 1 0,-2 0 0,1 0 0,1 1 0,0 0 0,0 0 0,0 1 0,0-1 0,-1 1 0,0 0 0,-2 1 0,3-1 0,0 1 0,-2 0 0,1 0 0,-2 0 0,1 0 0,-1 1 0,0-1 0,0 1 0,1 1 0,0-1 0,0 1 0,2 0 13,-1 1 0,1 0 0,-1 0 0,1 1 0,0 0 0,1 0 0,-1 1 0,2-1 0,-1 0 0,1 1 0,1-1 0,0 1-13,-4-1 0,1 1 0,2-1 0,-1 1 0,1 0 0,1 0 0,-1 0 0,-1 2 0,0 0 0,2 0 0,-2 1 0,0 1 0,0 1 0,0 0 0,0 1 0,0-1 0,2-1 0,1 1 0,1-2 0,3-1 227,-8 3 0,3-2 1,2 0-1,0 0 1,-3 1-228,0 1 0,-2 0 0,-1 1 0,-1 0 0,1 0 0,1-1 0,3-1 0,1-2 0,1 0 0,1-1 0,1 0 0,-1 0 0,-6 4 0,0-1 0,0 1 0,0 0 367,6-2 1,-1-1-1,1 1 1,0 0 0,0 0-368,-4 5 0,1 0 0,0 0 0,1 0 686,5-1 0,0-1 1,0 0-1,1 2-686,-2 1 0,0 1 0,0 0 0,0 1 0,0 0 0,-1 0 0,1 0 0,0 1 0,2-2 0,1 0 0,-1 1 0,0-1 0,-4 3 0,-1 1 0,1-1 0,0 1 0,4-3 0,1 0 0,-1-1 0,1 1 0,0-1 0,-1 1 0,1-1 0,0-1 1092,-4 4 0,0 0 0,2-1-879,0-2 0,2-2 0,1 0 1036,-2 0 0,2-2-1249,5-2 0,2-2 1884,-2-1-1884,15-7 1529,-3 3-1529,6-3 0,0 1 0,0-1 0</inkml:trace>
  <inkml:trace contextRef="#ctx0" brushRef="#br0" timeOffset="3018">23264 3182 8191,'-3'10'0,"0"9"3276,3 14-2383,0-9 1,0 3 515,0-2 0,0 1-1409,0 4 0,0-3 1719,2 7-1719,12-20 0,8-4 0,9-3 0,7-3 0,1-2 819,-6-1 0,1-1 0,1-1 0,1 0-618,-2 0 1,2-1 0,0 0 0,0-1 0,-1-1-202,-3 0 0,-1-1 0,0 0 0,-1-1 0,-2 0-189,5-1 1,-2-2-1,-2-2 189,2-7 0,-1-3 0,-6-1 0,-8 1 0,-5-2 0,-1-9 0,-9-1 0,-14 11 0,-10 1 0,-4 1-615,-1 3 1,-3 1-1,-3 0 1,-1 2 614,3 1 0,0 2 0,-2 0 0,-1 1 0,0 0-106,2 1 1,-2 0-1,-1 0 1,1 1-1,0 0 1,1 1 105,-1-1 0,1 2 0,0 0 0,1 0 0,-1 0 0,1 0 0,-1 0 0,1 0 0,0 1 0,2 0-86,-4-1 1,1 2-1,1-1 1,2 1 85,-4 0 0,3 0 0,1 1 0,-4 1 0,4 1 0,-6 1 2299,20 1-2299,8 0 3081,8 2-3081,1 0 1118,23 16-1118,-6-6 0,2 1 0,5 4 0,3 2 0,0 1-334,1 1 1,1 0-1,-1-1 334,-1 0 0,-1 0 0,0-2 0,-1-2 0,-2 0 0,-1-4 0,-2-1 0,-3-4 0,8 3 0,-12-7 0,-8-4 0,-1-3 0,1 2 1001,20-1-1001,-4 4 0,5 4 0,3 3 0,-3 2 0,1 3 0,2 3 0,2 1 0,1 1 0,0 1-365,-3-3 1,1 1 0,1 1 0,1 1 0,0 0 0,1 1 0,-1 0 0,0 0 0,-1 0 8,-1-1 1,-1 1 0,1 1 0,-1 0-1,1-1 1,-1 1 0,0 0 0,-1 0-1,1 0 356,-1-1 0,0 1 0,1 0 0,0 0 0,-1 0 0,-1-1 0,-1 0 0,-1-2 0,-1-1-116,3 4 0,-1-2 1,-1-1-1,-2-1 1,-2-1 115,2 0 0,-2-1 0,-3-3 0,1 1 0,-4-6 0,-7-9 0,-14-10 0,-4-7 3276,-5 0-345,1 5-2085,4 5-846,4 4 0,3 3 0,2 0 0</inkml:trace>
  <inkml:trace contextRef="#ctx0" brushRef="#br0" timeOffset="3817">24265 3196 24575,'16'14'0,"1"0"0,12 8 0,-12-11 0,0-2 0,5 1 0,-5-4 0,-5-5 0,3-11 0,-1-9 0,-4 4 0,-1-3 0,1-8 0,-3-1 0,-2 4 0,-1 0 0,1-7 0,-2 1 0,-4-1 0,-4 7 0,-3 1 0,-8 3 0,3 4 0,-1 0 0,-9 2 0,5 5-820,7 4 1,7 3 0,2 1 0</inkml:trace>
  <inkml:trace contextRef="#ctx0" brushRef="#br0" timeOffset="4786">24803 2784 24575,'0'-20'0,"0"-4"0,1 4 0,-2 0 0,-1 1 0,-2 0 0,-2 0 0,-2 2 0,-16-7 0,-5 11 0,8 8 0,4 6 0,11 4 0,3 3 0,1 3 0,2 1 0,0 9 0,0 17 0,-4-5 0,2-7 0,-1-2 0,-3 1 0,1-2 0,4-15 0,13-4 0,5-4 0,15 0 0,-3 0 0,2 0 0,-3 0 0,6 0 0,-14 0 0,0 0 0,12 0 0,-8 0 0,-15 0 0</inkml:trace>
  <inkml:trace contextRef="#ctx0" brushRef="#br0" timeOffset="6936">31418 10522 24575,'-37'0'0,"0"0"0,0 0 0,0 0 0,5 1 0,-3-1 0,0 0 0,-3 0 0,-1 0 0,0 0 0,-2 0 0,0-1-253,9 1 1,-1-1 0,0 1 0,-1-1 0,-1 0 0,0 0 0,-1 0 0,0 0 0,0 0 0,-1 0 0,0 0 0,0 1 0,-1-1 47,3 1 0,-1-1 0,0 1 0,0 0 1,-1 0-1,-1 0 0,1-1 0,-1 1 0,0 0 1,0 0-1,0 0 0,0 0 0,1 0 0,-1 0 1,1 0-1,0-1 0,1 1 0,0-1 0,0 1 0,0-1 1,0 0-1,0 0 0,0 0 0,1 0 0,-1 0 1,0 0-1,1 1 0,-1-1 0,1 1 0,0 0 1,0 0-1,1 0-30,-4 1 1,1 0 0,0 0 0,0 0 0,0 1 0,0-1 0,1 1 0,0 0 0,-1 0 0,1 0 0,0 1 0,1 0 0,-1 0 0,1 0 205,-2 1 1,0-1 0,0 2-1,1-1 1,-1 1 0,0 0 0,1 0-1,0 0 1,1 0 0,1 1 0,0-1-1,1 1 1,2-1 28,-8 2 0,2 0 0,1-1 0,1 1 0,1 0 0,0 1 0,0 1 0,-2 1 31,1 0 1,-1 1 0,0 1 0,-1 1 0,1 0 0,1 1 0,1-1 0,3 0 0,2 0-32,-3 2 0,4 0 0,2 0 0,0 1 0,-2 2 0,3 0 0,-1 2 0,-1 0 0,1 2 0,0 1 0,1 0 0,0 1 0,2 2 0,0 1 0,1 0 0,0 2 0,1 0 0,0 1 0,0 1-281,2-2 1,0 2 0,0-1 0,0 2 0,1 0 0,0 0 0,0 2 0,1-1 280,2-2 0,0 0 0,0 1 0,1 0 0,0 1 0,0-1 0,0 1 0,1 0 0,0-1 0,1 0 0,-2 3 0,1 0 0,0 0 0,1-1 0,1 1 0,0 0 0,0 1 0,0 1 0,2-5 0,1 0 0,-1 1 0,1 1 0,0 0 0,1 1 0,-1-1 0,1 1 0,1-1 0,-1 0 0,1-1 0,0 4 0,0 0 0,0 0 0,1-1 0,0 0 0,0 1 0,1 0 0,0 1 0,0 0 0,0-5 0,1 1 0,0 0 0,0 0 0,0 1 0,0 0 0,0 0 0,1 0 0,0 1 0,0-1 0,1-1 0,0 1 12,0 3 0,1-1 0,0 1 0,0 0 0,0 0 0,1 0 0,0-1 0,1 0 0,-1-1 0,1 0 0,0-1-12,0 2 0,1-1 0,-1-1 0,1 0 0,0-1 0,1 0 0,0 0 0,0 0 0,1-1 36,1 5 0,0 1 1,1 0-1,1 0 1,0-2-1,0-1 0,0-2 1,1-4-37,3 7 0,1-4 0,0-3 0,2 1 480,2 3 1,1 1 0,1-3 0,1-5-481,3-6 0,1-5 0,-1 0 0,-3-1 0,-1-1 0,8 0 0,-5-4 0,6 0 0,3 0 0,2 0 0,4 0 0,0 0 0,2 1 0,-1-1 0,0 1 0,-2 0 0,-3-2 0,-1 1 0,0 0 0,0 0 0,0-1 0,1 1 0,0 0 0,1 1 0,1-1 0,1 1 0,1 0 0,1 0 0,-7-2 0,1 1 0,1-1 0,1 1 0,1 0 0,0 1 0,1-1 0,0 1 0,1-1 0,0 1 0,0 0 0,1 0 0,0 0 0,0 0 0,-1-1 0,1 1 0,-1 0 0,1-1 0,-2 1 0,1-1 0,-1 0-10,0 1 1,0-1-1,0 0 1,1 1 0,-1-1-1,0 0 1,0 1 0,1-1-1,-1 0 1,0 0 0,0 0-1,-1 0 1,1 0-1,0 0 1,0 0 0,-1-1-1,1 1 1,-1-1 0,0 0-1,0 0 10,2 0 0,-1 0 0,1 0 0,-1 0 0,0 0 0,0 0 0,0-1 0,0 1 0,0-1 0,0 0 0,-1 0 0,1 0 0,-1 0 0,1-1 0,-1 0 0,0 1 0,0-2 0,0 1-93,3 0 1,0 0 0,-1 0 0,1 0 0,0-1 0,0 0 0,-1 1 0,1-2-1,-1 1 1,0-1 0,-1 0 0,0 0 0,0-1 0,0 0 0,-2-1 0,1 0 92,2-1 0,1 0 0,-2-1 0,0 0 0,-1-1 0,0 0 0,0 0 0,0-1 0,-1 0 0,1-1 0,1 0 0,-1 1-137,2-2 1,0 1-1,0-1 1,1 0-1,-1-1 1,1 1-1,-1-2 1,0 1 0,0-1-1,-1 0 1,0 0-1,0 0 137,-2-1 0,1 0 0,-1-1 0,0 0 0,-1-1 0,0 1 0,0-1 0,0 1 0,0-1 0,-1 1 0,1 0 0,2-1 0,-1 1 0,1-1 0,-1 0 0,0 1 0,0-1 0,0 1 0,-1 0 0,-1 0 0,-1 0 100,7-1 0,-2 0 1,-1 0-1,-1 1 1,1 0-1,0 1 1,0 1-101,-1 2 0,0 0 0,0 1 0,1 1 0,-1 0 0,0 0 0,-2 0 0,-3 1 328,5-1 1,-3 1 0,-2 0 0,1-1 0,0-1-329,3-2 0,1 1 0,0-2 0,-2-2 0,-3-3 0,6-5 0,-4-5 0,-4-6 0,-10 2 0,-3-4 0,-2-2 0,-1-2 0,-1 0 257,0-1 1,-2-2 0,-1 0 0,-1-2 0,-1-1-258,-1 6 0,0-1 0,-1-1 0,-1-1 0,0-1 0,-1-1 0,-2-2 0,0 8 0,-2-2 0,0 0 0,-1-1 0,-1-1 0,0-1 0,0 0 0,0 0 0,0-1 0,0-1 0,1 1 0,0 0 0,2 4 0,-1-1 0,2 1 0,-1 0 0,1-1 0,0 0 0,0 0 0,0-1 0,0 0 0,-1-1 0,1 0 0,-1 0 0,-1-1 0,0-1 0,0-1-50,-1 7 1,0-1 0,0-1 0,-1-1 0,0-1-1,0 1 1,-1-2 0,0 1 0,0-1 0,0-1-1,0 1 1,0-1 0,0 1 0,-1-1 0,1 1-1,0 0 1,0 0 0,0 0 0,1 1 0,0 0-1,0 1 1,0 0 0,1 2 49,0-6 0,0 1 0,0 0 0,1 1 0,0 0 0,0 0 0,0 1 0,1 0 0,-1 0 0,1 0 0,-1 1 0,1-1 0,-1 1 0,-1-1 0,1 0 0,-1 1 0,0-1-100,0 0 1,-1-1 0,0 0 0,-1-1 0,1 0 0,-1 1 0,0-1 0,0 0 0,0 1 0,0 1 0,0 0 0,0 0 0,0 2 0,1 1 0,-1 1 0,1 1-1,0 2 100,-2-11 0,0 3 0,1 1 0,0 2 0,0 2 0,-1 0 0,0 1 0,0 0 114,-2-5 1,0 2 0,-1 0-1,0 2 1,1 2 0,-1 2-115,-1-8 0,1 5 0,-6 1 0,-4 7 0,-5 0 0,-1 4 0,0 4 0,-3 6 0,0 5 0,-2 0 0,2-2 0,-2-1 0,0 0 0,0 1 0,1 2 0,0 0 0,0 1 0,-2-1 0,2 1 0,-1-1 0,-1 1 0,0-1 0,1 1 439,-4 0 0,0 0 1,0 0-1,-1 1-439,0-1 0,-1 0 0,-1 1 0,1-1 0,2 1 0,3 0 0,1 0 0,2 0 0,0 0 1092,-2 0 0,1 0 0,1 0-1092,-3 0 0,1 0 1,1 1-1,-3-1 0,-2 2 0,2 0 0,-3 0 0,2 2 0,-1 3 0,4 0 0,6-3 0,3 1 0,2 6 0</inkml:trace>
  <inkml:trace contextRef="#ctx0" brushRef="#br0" timeOffset="8086">26768 17067 8191,'-10'-3'0,"-14"1"3276,10 2-2681,-9 2 1,-8 2 0,2 2-596,4 3 0,2 3 0,-3 0 541,-3 0 0,-2 1 0,-1 1 0,4 0-541,4 2 0,2 1 0,1 1 0,0 2 0,0 1 0,5-1 1808,0 9-1808,1-1 3276,11-17-48,20 1-3228,13 5 0,-10-4 0,1 0 422,4 2 1,-1-1-423,-7-1 0,-1-2 0,10 6 0,-14-8 0,-4-5 0,8-3-820,-2-1 1,2 0 0,-8 0 0</inkml:trace>
  <inkml:trace contextRef="#ctx0" brushRef="#br0" timeOffset="8919">27070 17220 8191,'-7'-3'0,"-8"18"3276,1 9-2383,4-5 1,0 2 515,4 2 0,2 0-1409,0-1 0,2 0 1719,0 12-1719,2-7 3276,0-16 0,9-6-3044,24-4-232,3-2 0,-11-2 0,3-1 0,0-1 0,3-5 0,-1-3 0,-3 3 0,0-2 0,-1-1 0,2-6 0,-3-1 0,-2-1 0,-3 1 0,-8 5 0,-2-2 0,-2-3 0,-6-1 0,-13-4 0,-8-1 0,4 5 0,-3 0 0,0 1 0,0 2 0,0 1 0,-2 2-547,-2-2 1,0 2 0,4 3 0,0 2 0,0 0 0</inkml:trace>
  <inkml:trace contextRef="#ctx0" brushRef="#br0" timeOffset="10371">28001 17160 24575,'-16'20'0,"3"-3"0,0 2 0,1-3 0,-1 0 0,-8 10 0,1-2 0,1-4 0,-2 1 0,11-14 0,8-7 0,1-10 0,0-1 0,1-11 0,0 1 0,10-10 0,0 12 0,2 0 0,7-4 0,2 1 0,1 2 0,3 2 0,7 0 0,1 4 0,-2 7 0,0 4 0,0 2 0,-1 4 0,-4 3 0,-3 2 0,2 6 0,-9 1 0,-12-10 0,0 0 0,-5-6 0,0-4 0,0-6 0,4-8 0,10-5 0,12 1 0,-6 13 0,0 3 0,2 1 0,-1 2 0,0 2 0,-2 1 0,9 3 0,-10 3 0,-8 10 0,-5 4 0,0 5 0,0 1 0,1 3 0,0 1-242,0 1 1,0 1 0,0-1 241,2 5 0,-1-1 0,0-3-656,-1-5 1,0-3-1,2 5 1,-7-27 0</inkml:trace>
  <inkml:trace contextRef="#ctx0" brushRef="#br0" timeOffset="11588">28775 17118 8191,'-26'-6'0,"5"15"3276,19 25-2383,0-13 1,0 2 515,1 4 0,-1-1-1409,0-2 0,1-1 859,1-4 1,0 0-860,0 3 0,2 1 1638,7 0 0,3 0 0,1 4 0,3-1-1522,2-3 0,2-3-116,1 0 0,1-3 0,-3-8 0,0-2 0,2-1 0,1-3 0,-1-5 0,0-5 0,-1-4 0,-1-4 0,1-10 0,-1-3 0,-8 4 0,-1-1 0,0-1-195,1-5 1,-1-2 0,0 1 194,-3 6 0,-1 1 0,0 0 0,0-5 0,0-2 0,0 5 0,-2 4 0,0 2 0,1-3 0,-1 2 0,-3-1 0,0 12 0,-26-12 0,-1 10 291,-2 0 1,-3 1-292,8 6 0,-2 1 0,-8 0 0,-2 2 0,11 2 0,0 0 0,-2 1 0,1 1 0,-9 4 0,16-1 0,1 7 0,0 3 0,-5 4 0,4-2 0,2-1 0,0-2 0,8-4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9:06:56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11706 6616 8191,'-16'0'0,"19"-2"1213,14-4 1,13-1-1214,-7 0 0,4-2 0,4-1 0,3-1 0,2-1 0,1 1 0,0 0-79,-7 2 1,0 1 0,1-1 0,1 0 0,1 1 0,1-1 0,1 0 0,0 0 0,2 0 0,1 0 0,1 0 0,1 0 78,-9 2 0,0 0 0,1 0 0,1 0 0,1 0 0,0 0 0,1 0 0,1-1 0,0 1 0,1 0 0,0-1 0,0 1 0,1 0 0,0-1 0,1 1 0,-1 0 0,1 0 0,0 0 0,0 1 0,0-1 0,0 0 0,0 1 0,0 0-15,-5 1 1,1-1-1,0 1 1,1 0 0,0 0-1,1 0 1,-1 0 0,1 1-1,0-1 1,1 0 0,-1 1-1,1-1 1,-1 1 0,1 0-1,0-1 1,-1 1 0,1 0-1,-1 0 1,1-1-1,-1 1 1,0 0 0,-1 0-1,1 0 1,-1 0 0,-1 0-1,1 0 1,-1 0 0,-1 0-1,0 0 15,5 0 0,0-1 0,-2 0 0,0 1 0,-1-1 0,0 0 0,-1 1 0,1-1 0,-2 1 0,1 0 0,0-1 0,0 1 0,1 0 0,0 0 0,0 0 0,2 0 0,0 1 0,0-1 0,2 1 0,2 0 0,0 0 0,-11 1 0,2 0 0,0 0 0,1 0 0,0 1 0,2-1 0,0 1 0,0-1 0,1 1 0,1 0 0,0 0 0,0-1 0,1 1 0,0 0 0,1 1 0,-1-1 0,1 0 0,0 0 0,0 1 0,0-1 0,0 0 0,0 1 0,-1-1 0,1 1 0,-1-1 0,1 1 0,-1-1 0,-1 1 0,0 0 0,0-1 0,-1 1 0,0 0 0,-1-1 0,0 1 0,-1 0 0,-1-1 0,-1 1 0,0 0 0,-1-1 0,-1 1 0,11-1 0,-2 1 0,0 0 0,-2-1 0,-1 1 0,-1 0 0,-1 0 0,0 0 0,-1 0 0,0 0 0,0 0 0,0 0 0,0 0 0,0 0 0,1 0 0,1 0 0,0 0 0,2 0 0,0 1 0,2-1-36,-6 0 0,0 0 0,2 0 1,0 0-1,1 0 0,0 0 0,1 0 1,0 1-1,1-1 0,-1 0 0,2 0 1,-1 0-1,1 0 0,-1 1 0,1-1 1,0 0-1,-1 0 0,1 0 0,-1 1 1,0-1-1,0 0 0,-1 0 0,0 1 1,-1-1-1,0 0 0,-1 0 0,-1 1 1,0-1-1,-1 0 0,-1 0 36,9 1 0,0-1 0,-1 0 0,0 1 0,-1-1 0,0 0 0,-1 1 0,0-1 0,-1 0 0,0 1 0,-1-1 0,-1 0 0,-1 1 0,-1-1 0,-1 1 0,-1-1 0,-1 1 0,0-1 54,10 1 1,-2 0 0,-3 0 0,-2 0 0,0 0 0,0 0 0,0 0-1,2 0-54,0-1 0,1 1 0,1 0 0,-1 0 0,1-1 0,-1 1 0,-1 0 0,-2-1 0,-2 1 293,9 0 0,-4 0 0,-1 0 1,0-1-1,-1 1-293,-1 0 0,-1-1 0,0 1 0,0 0 0,-3-1 655,1 2 1,-1-1-1,-1 1 1,-2-1-656,-1 0 0,-1 1 0,0-1 0,5 0 0,1 0 0,-1 0 0,-4 0 0,-1 0 0,-1-1 1638,12 1 0,-1-2-1141,-2 1 1,-1 0 1140,-5 0 0,-1 0-1015,2 0 0,1 0 510,0 1 0,-2 0-1133,6 0 399,1 3 1,-1 1-400,1 1 0,-5 0 0,1-1 0,-10 0 0,-2-1 0,8 3 0,-2-1 0,-9-2 0,-4 1 0,-7-3 0,0 0 0,-4-3 0,1-1 0,-2-1 0,-2-5-820,1 3 1,0-1 0,1 4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81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6.xml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7.xml"/><Relationship Id="rId4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8.xml"/><Relationship Id="rId4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ustomXml" Target="../ink/ink9.xml"/><Relationship Id="rId4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www.canirun.ai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6459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Del modelo base al asistente moderno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6F4F3"/>
                </a:solidFill>
                <a:latin typeface="Calibri"/>
              </a:rPr>
              <a:t>Semana 3 · Pre-training, SFT, preference optimization y elección de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3F4F6"/>
                </a:solidFill>
                <a:latin typeface="Calibri"/>
              </a:rPr>
              <a:t>Arquitectura de Software para Sistemas Inteligentes · Bloque de fundamentos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pregunta de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39" y="24231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Si GPT-2 ya es un Transformer, ¿por qué no se comporta como ChatGPT?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Tres modelos, un mismo mecanismo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GPT-2, Qwen2.5-0.5B base y Qwen2.5-0.5B-Instruct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Los tres modelos de la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8136"/>
              </p:ext>
            </p:extLst>
          </p:nvPr>
        </p:nvGraphicFramePr>
        <p:xfrm>
          <a:off x="548639" y="2456688"/>
          <a:ext cx="1109441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Parámetros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Vocabulario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Post-training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Clase en Transformers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GPT-2 (2019)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124 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50,257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Ninguno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GPT2LMHeadModel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Qwen2.5-0.5B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494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151,665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Ninguno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Qwen2ForCausalLM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Qwen2.5-0.5B-Instruct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494 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151,665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SFT + preference optimization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Qwen2ForCausalLM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Base e instruct de Qwen: misma arquitectura, mismos parámetros, distinto comportamiento.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218DB30-1D28-323C-6DB6-0CFA36B02CF6}"/>
                  </a:ext>
                </a:extLst>
              </p14:cNvPr>
              <p14:cNvContentPartPr/>
              <p14:nvPr/>
            </p14:nvContentPartPr>
            <p14:xfrm>
              <a:off x="4861800" y="3815280"/>
              <a:ext cx="1025640" cy="5209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218DB30-1D28-323C-6DB6-0CFA36B02C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52440" y="3805920"/>
                <a:ext cx="1044360" cy="53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Cinco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instrucciones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,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tres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modelos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(demo)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380713"/>
              </p:ext>
            </p:extLst>
          </p:nvPr>
        </p:nvGraphicFramePr>
        <p:xfrm>
          <a:off x="548640" y="2020824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Instrucción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GPT-2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Qwen base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Qwen instruct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Resumir en una oración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Inglés sin relación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Repite el texto original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Resume (con errores menores)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Clasificar ticket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Inglés sin relación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Repite la instrucción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error_tecnico (discutible)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Capital de Michoacán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Inglés sin relación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'Michoacán'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Una ciudad equivocada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JSON nombre/edad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Inglés sin relación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Código 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JSON con texto alrededor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Contraseña de 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Inglés sin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relación</a:t>
                      </a:r>
                      <a:endParaRPr sz="15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Explica qué es un 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Rechaza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con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frase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de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política</a:t>
                      </a:r>
                      <a:endParaRPr sz="15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idea de la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El post-training cambia el comportamiento.</a:t>
            </a:r>
          </a:p>
          <a:p>
            <a:pPr algn="ctr">
              <a:spcBef>
                <a:spcPts val="200"/>
              </a:spcBef>
            </a:pPr>
            <a:r>
              <a:rPr sz="2700" b="0">
                <a:solidFill>
                  <a:srgbClr val="FFFFFF"/>
                </a:solidFill>
                <a:latin typeface="Calibri"/>
              </a:rPr>
              <a:t>El mecanismo y el conocimiento se conservan.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Base e instruct predicen el siguiente token con los mismos pesos de pre-training. Lo que aprendieron después es un formato de interacción y una preferencia por ciertas respuestas.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progresión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Pre-training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 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SFT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Instruction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90515" y="381000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Preference optimization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547616" y="4200144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35058" y="3831335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 err="1">
                <a:solidFill>
                  <a:srgbClr val="111827"/>
                </a:solidFill>
                <a:latin typeface="Calibri"/>
              </a:rPr>
              <a:t>Asistente</a:t>
            </a:r>
            <a:endParaRPr sz="16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Cada flecha es más entrenamiento. Ninguna cambia la arquitectura.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Datos y pre-training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De dónde sale el modelo 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Pre-training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 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SFT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Instruction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47616" y="4175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Preference optimization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181856" y="4541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46437" y="4175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Asistente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texto entra al pre-training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Web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filtrada</a:t>
            </a:r>
            <a:endParaRPr sz="1700" b="1" dirty="0">
              <a:solidFill>
                <a:srgbClr val="1F2A44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Páginas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rastreadas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limpiadas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deduplicadas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 Es la mayor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parte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volumen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y define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idioma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dominante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Código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Repositorios públicos. Explica por qué el base de la demo respondió con JavaScript a una petición de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Libros y artículos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Texto largo y bien editado. Mejora coherencia en documentos extensos.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Conversaciones y foros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Preguntas y respuestas. Sin esto, el modelo base tiene aún menos idea de qué es 'responder'.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FF0000"/>
                </a:solidFill>
                <a:latin typeface="Calibri"/>
              </a:rPr>
              <a:t>Datos </a:t>
            </a:r>
            <a:r>
              <a:rPr sz="1700" b="1" dirty="0" err="1">
                <a:solidFill>
                  <a:srgbClr val="FF0000"/>
                </a:solidFill>
                <a:latin typeface="Calibri"/>
              </a:rPr>
              <a:t>sintéticos</a:t>
            </a:r>
            <a:endParaRPr sz="1700" b="1" dirty="0">
              <a:solidFill>
                <a:srgbClr val="FF0000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generado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otros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modelos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vez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común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familias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recientes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Mezcla por idioma y dominio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Las proporciones deciden qué hace bien el modelo. GPT-2 vio casi solo inglés; Qwen2.5 vio decenas de idiomas.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Preparación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50616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Rastreo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052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6289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Filtrado de calidad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817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3938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Deduplicación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582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1587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Filtrado de contenido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347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19236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Mezcla por dominio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71125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36885" y="2788920"/>
            <a:ext cx="150616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modelo base es el resultado de estas decisiones de ingeniería.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Pre-training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Una sola señal: predecir el siguiente token</a:t>
            </a:r>
          </a:p>
          <a:p>
            <a:pPr algn="ctr">
              <a:spcBef>
                <a:spcPts val="200"/>
              </a:spcBef>
            </a:pPr>
            <a:r>
              <a:rPr sz="2700" b="0">
                <a:solidFill>
                  <a:srgbClr val="FFFFFF"/>
                </a:solidFill>
                <a:latin typeface="Calibri"/>
              </a:rPr>
              <a:t>sobre billones de tokens de texto.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Ninguna señal de entrenamiento distinta de la continuación. Los ejemplos de instrucciones y rechazos que hay en el texto se aprenden como texto más, sin etiqueta; el comportamiento consistente llega con el post-training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hace un modelo base con una instrucción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prompt = ("Clasifica el siguiente ticket en una de estas "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      "categorías: facturacion, acceso, error_tecnico.\n"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      "Ticket: 'No puedo iniciar sesión desde ayer.' "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         "Responde solo con la categoría.\n")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generar(qwen_base, prompt)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-&gt; "Clasifica el siguiente ticket en una de estas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    categorías: facturacion, acceso, error_tecnico.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    Ticket: 'No puedo iniciar sesión desde ayer.'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#     Responde solo con..."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Repite la instrucción casi literal.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Es la continuación más probable de ese texto.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No hay falla: el modelo hace su trabajo.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Lo que falta es un formato de interacción.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modelo base sí sigue patrones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patron = """Ticket: 'Me cobraron dos veces este mes.'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Categoría: facturacion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Ticket: 'La app se cierra al abrir reportes.'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Categoría: error_tecnico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Ticket: 'No puedo iniciar sesión desde ayer.'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Categoría:"""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generar(qwen_base, patron)   # -&gt; " error_tecnico"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Con tres ejemplos, el base clasifica.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In-context learning: se estudia en la semana 4.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Existía antes de cualquier post-training.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Los ejemplos viajan en cada llamada: tokens y costo.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34733E3-2656-0AA8-263B-04711B615F54}"/>
                  </a:ext>
                </a:extLst>
              </p14:cNvPr>
              <p14:cNvContentPartPr/>
              <p14:nvPr/>
            </p14:nvContentPartPr>
            <p14:xfrm>
              <a:off x="856080" y="469080"/>
              <a:ext cx="5836680" cy="31197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34733E3-2656-0AA8-263B-04711B615F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720" y="459720"/>
                <a:ext cx="5855400" cy="313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Supervised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Enseñar el formato instrucción → respuesta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Pre-training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 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SFT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Instruction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07636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Preference optimization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41876" y="4602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29317" y="4236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Asistente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SFT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Punto de partida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Modelo base</a:t>
            </a:r>
          </a:p>
        </p:txBody>
      </p:sp>
      <p:sp>
        <p:nvSpPr>
          <p:cNvPr id="7" name="Down Arrow 6"/>
          <p:cNvSpPr/>
          <p:nvPr/>
        </p:nvSpPr>
        <p:spPr>
          <a:xfrm>
            <a:off x="6873087" y="224028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Datos nuevos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65176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Dataset de pares (instrucción, respuesta): miles a millones, escritos por personas o generados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73087" y="356616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Mismo objetivo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977640"/>
            <a:ext cx="9265615" cy="8686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Seguir entrenando con next-token prediction sobre la respuesta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873087" y="489204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30352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Instruction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cambia y qué no con SFT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Cambia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siguiente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después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formato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detiene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Comportamientos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dataset: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idioma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tono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longitud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hace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ante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peticiones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dataset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enseñó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rechazar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No cambia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arquitectura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tokenizer.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mecanismo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sigue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siendo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next-token prediction.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conocimiento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mundo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viene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pre-training.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tendencia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alucinar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hechos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fluidez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Fine-tuning: la familia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Fine-tuning completo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 actualizan todos los pesos. Máxima capacidad de cambio, máximo costo de cómputo y de memoria, y riesgo de olvidar lo aprendido en pre-training.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LoRA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 congelan los pesos y se entrenan matrices pequeñas de bajo rango que se suman a las originales. Una fracción del costo. Es la razón por la que el fine-tuning es accesible hoy.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Cuándo tiene sentido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Comportamiento o formato muy específico, en volumen alto, con dataset propio de calidad. Rara vez para agregar conocimiento.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0EC1AE9-B75A-9F44-4CFE-095768A96F5F}"/>
                  </a:ext>
                </a:extLst>
              </p14:cNvPr>
              <p14:cNvContentPartPr/>
              <p14:nvPr/>
            </p14:nvContentPartPr>
            <p14:xfrm>
              <a:off x="6651720" y="216360"/>
              <a:ext cx="5304240" cy="14785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0EC1AE9-B75A-9F44-4CFE-095768A96F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2360" y="207000"/>
                <a:ext cx="5322960" cy="149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Tres formas de cambiar lo que responde el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087739"/>
              </p:ext>
            </p:extLst>
          </p:nvPr>
        </p:nvGraphicFramePr>
        <p:xfrm>
          <a:off x="548640" y="2450592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cambia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Cuándo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Prompting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El contexto de cada llamada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Instrucciones, formato, ejemplos pocos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Tokens por llamada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La información disponible en cada llamada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Conocimiento externo, cambiante o privado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Retrieval + tokens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Los pesos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Comportamiento o formato en volumen alto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Dataset +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entrenamiento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operación</a:t>
                      </a:r>
                      <a:endParaRPr sz="14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Siembra para la semana 5. Orden de la escalera: prompting → RAG → fine-tuning.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CCECBB7-138E-C9CA-4C05-A1E589DEF7D6}"/>
                  </a:ext>
                </a:extLst>
              </p14:cNvPr>
              <p14:cNvContentPartPr/>
              <p14:nvPr/>
            </p14:nvContentPartPr>
            <p14:xfrm>
              <a:off x="210240" y="222120"/>
              <a:ext cx="10885680" cy="41803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CCECBB7-138E-C9CA-4C05-A1E589DEF7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880" y="212760"/>
                <a:ext cx="10904400" cy="4199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Chat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El chat es texto con marcadores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la aplicación envía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429768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500" b="0">
                <a:solidFill>
                  <a:srgbClr val="111827"/>
                </a:solidFill>
                <a:latin typeface="Courier New"/>
              </a:rPr>
              <a:t>mensajes = [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111827"/>
                </a:solidFill>
                <a:latin typeface="Courier New"/>
              </a:rPr>
              <a:t>    {"role": "system", "content": "Eres un asistente breve. Respondes en una oración."},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111827"/>
                </a:solidFill>
                <a:latin typeface="Courier New"/>
              </a:rPr>
              <a:t>    {"role": "user",   "content": "¿Qué es un token?"},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111827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111827"/>
                </a:solidFill>
                <a:latin typeface="Courier New"/>
              </a:rPr>
              <a:t>texto = tok.apply_chat_template(mensajes, add_generation_prompt=True, tokenize=False)</a:t>
            </a:r>
          </a:p>
          <a:p>
            <a:pPr algn="l">
              <a:spcBef>
                <a:spcPts val="0"/>
              </a:spcBef>
            </a:pPr>
            <a:r>
              <a:rPr sz="1500" b="0">
                <a:solidFill>
                  <a:srgbClr val="111827"/>
                </a:solidFill>
                <a:latin typeface="Courier New"/>
              </a:rPr>
              <a:t>print(texto)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6779DF4-9E9F-9E76-2DD4-95310142CFBB}"/>
                  </a:ext>
                </a:extLst>
              </p14:cNvPr>
              <p14:cNvContentPartPr/>
              <p14:nvPr/>
            </p14:nvContentPartPr>
            <p14:xfrm>
              <a:off x="1066680" y="1244160"/>
              <a:ext cx="3457080" cy="17118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6779DF4-9E9F-9E76-2DD4-95310142CF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7320" y="1234800"/>
                <a:ext cx="3475800" cy="173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el modelo 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400" b="0">
                <a:solidFill>
                  <a:srgbClr val="111827"/>
                </a:solidFill>
                <a:latin typeface="Courier New"/>
              </a:rPr>
              <a:t>&lt;|im_start|&gt;system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Eres un asistente breve. Respondes en una oración.&lt;|im_end|&gt;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&lt;|im_start|&gt;user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¿Qué es un token?&lt;|im_end|&gt;</a:t>
            </a: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111827"/>
                </a:solidFill>
                <a:latin typeface="Courier New"/>
              </a:rPr>
              <a:t>&lt;|im_start|&gt;assistant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Un solo string.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&lt;|im_start|&gt; e &lt;|im_end|&gt; son tokens del vocabulario.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IDs 151644 y 151645 en Qwen2.5.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El SFT vio millones de ejemplos con este formato.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Después de 'assistant\n' aprendió que viene una respuesta.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05480A0-E72D-8228-1D29-4D13BDEEF46A}"/>
                  </a:ext>
                </a:extLst>
              </p14:cNvPr>
              <p14:cNvContentPartPr/>
              <p14:nvPr/>
            </p14:nvContentPartPr>
            <p14:xfrm>
              <a:off x="531360" y="1336680"/>
              <a:ext cx="8993880" cy="14767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05480A0-E72D-8228-1D29-4D13BDEEF4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000" y="1327320"/>
                <a:ext cx="9012600" cy="149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Si el chat es solo texto...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¿Escribir el template a mano produce la misma respuesta que apply_chat_template?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02BCEB2-83F7-53A8-2420-9A92915D43F0}"/>
                  </a:ext>
                </a:extLst>
              </p14:cNvPr>
              <p14:cNvContentPartPr/>
              <p14:nvPr/>
            </p14:nvContentPartPr>
            <p14:xfrm>
              <a:off x="10651680" y="71280"/>
              <a:ext cx="360" cy="61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02BCEB2-83F7-53A8-2420-9A92915D43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42320" y="61920"/>
                <a:ext cx="19080" cy="2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Dos consecuencias para la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Quién construye el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decide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system prompt,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orden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turnos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incluir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recuerda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nada entre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llamadas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Semana 4: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construcción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ingeniería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Semana 9: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incluir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cuando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hay 200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turnos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puede salir 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Si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usuario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contiene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marcadores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distingue.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Instrucciones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dentro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datos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leen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como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instrucciones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Raíz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prompt injection (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4,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delimitadores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).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es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frontera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seguridad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Preference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Enseñar qué respuesta preferir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Pre-training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Modelo 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SFT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Instruction model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3356" y="419100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Preference optimization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87596" y="45567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45898" y="419100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Asistente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9FF8CDEB-AA3A-FB0B-8536-A618A6E86C4F}"/>
                  </a:ext>
                </a:extLst>
              </p14:cNvPr>
              <p14:cNvContentPartPr/>
              <p14:nvPr/>
            </p14:nvContentPartPr>
            <p14:xfrm>
              <a:off x="7200720" y="930240"/>
              <a:ext cx="4991400" cy="540108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9FF8CDEB-AA3A-FB0B-8536-A618A6E86C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1360" y="920880"/>
                <a:ext cx="5010120" cy="541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Por qué SFT no basta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hay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muchas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válidas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mejores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otras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SFT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imita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referencia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entre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sí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criterios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importan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difíciles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escribir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regla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utilidad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honestidad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tono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longitud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adecuada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cumplir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formato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fácil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elegir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entre dos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escribir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perfecta.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ahí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idea: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recolectar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comparaciones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sobre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ellas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A2F7321-57AC-0FEB-2CC0-C91F76026E5E}"/>
                  </a:ext>
                </a:extLst>
              </p14:cNvPr>
              <p14:cNvContentPartPr/>
              <p14:nvPr/>
            </p14:nvContentPartPr>
            <p14:xfrm>
              <a:off x="4208400" y="2164680"/>
              <a:ext cx="3348720" cy="2174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A2F7321-57AC-0FEB-2CC0-C91F76026E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9040" y="2155320"/>
                <a:ext cx="3367440" cy="23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Un par de preferencia real (dataset de la 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Elegida (score 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Prompt: clasifica la reseña como P o N.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Respuesta: "P"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Cumple la instrucción y el formato.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Rechazada (score 4.0)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Repite la reseña, agrega '[Answer] N Confidence: 80%'.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Luego dice que es positiva.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Verbosa, contradictoria, ignora el formato.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Reward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Prompt + dos respuestas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Anotador elige una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Dataset de pares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Entrenar un modelo que puntúa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Reward model: respuesta →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reward model codifica las preferencias del anotador. Nada más.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RLHF</a:t>
            </a:r>
            <a:r>
              <a:rPr lang="es-419" sz="3000" b="1" dirty="0">
                <a:solidFill>
                  <a:srgbClr val="1F2A44"/>
                </a:solidFill>
                <a:latin typeface="Calibri"/>
              </a:rPr>
              <a:t> (Reinforcement Learning from Human Feedback)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Punto de partida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Instruction model (política)</a:t>
            </a:r>
          </a:p>
        </p:txBody>
      </p:sp>
      <p:sp>
        <p:nvSpPr>
          <p:cNvPr id="7" name="Down Arrow 6"/>
          <p:cNvSpPr/>
          <p:nvPr/>
        </p:nvSpPr>
        <p:spPr>
          <a:xfrm>
            <a:off x="6873087" y="224028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Muestreo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65176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Genera respuestas a prompts nuevos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73087" y="356616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Señal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977640"/>
            <a:ext cx="9265615" cy="8686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Reward model las puntúa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873087" y="4892040"/>
            <a:ext cx="27432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Optimización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303520"/>
            <a:ext cx="9265615" cy="8686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Actualizar el modelo para subir el score, sin alejarse demasiado del SFT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hereda el asistente del proceso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Complacencia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 las respuestas que dan la razón fueron preferidas, el modelo tiende a darla. Riesgo en tareas de revisión.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Sobre-rechazo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 rechazar fue premiado en casos dudosos, el modelo rechaza de más. Se ve en clasificadores de contenido.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Seguridad sin conocimiento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 premió sonar seguro y útil. El modelo responde con confianza aunque no sepa: la capital equivocada de la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Sesgo del anotador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Idioma, cultura, longitud preferida, formato. Todo lo que el anotador prefirió está en los pesos.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Verbosidad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Los evaluadores tienden a preferir respuestas largas. Muchos asistentes son largos por eso, y cuesta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Nada de conocimiento nuevo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Los pares enseñan qué preferir. Los hechos siguen viniendo del pre-training.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Volviendo a la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¿El asistente sabe más que el modelo base?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Elegir un modelo desde los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Cuatro ejes, un requisito dominante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Cuatro ejes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49641"/>
              </p:ext>
            </p:extLst>
          </p:nvPr>
        </p:nvGraphicFramePr>
        <p:xfrm>
          <a:off x="548640" y="2020824"/>
          <a:ext cx="110944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Eje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Qué decide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Requisito típico que lo decide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Abierto / cerrado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Si los pesos son públicos y se pueden ejecutar y modificar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Control, privacidad, reproducibilidad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Local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Dónde corre y quién lo opera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Confidencialidad, capacidad de operar GPUs, volumen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Pequeño / grande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Calidad frente a costo y latencia por token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Presupuesto, latencia máxima, dificultad de la tarea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Estándar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/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Si el modelo genera razonamiento intermedio antes de responder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Tareas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multi-paso;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el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resto rara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vez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lo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justifica</a:t>
                      </a:r>
                      <a:endParaRPr sz="15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Abierto vs cerrado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Abierto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Pesos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descargables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correr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local,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inspeccionar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hacer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fine-tuning.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Versión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fija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cambia sin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tú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decidas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Operarlo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tu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problema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Solo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vía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API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proveedor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Suele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adelante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calidad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herramientas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alrededor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proveedor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cambiar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retirar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versiones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; hay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fijar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versión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monitorear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Pequeño vs grande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Pequeño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Cientos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pocos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miles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parámetros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Barato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rápido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Suficiente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tareas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acotadas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clasificar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extraer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formatear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Corre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CPU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GPU modesta.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equivoca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hechos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instrucciones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complejas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Grande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Mejor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tareas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abiertas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multi-paso.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Más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caro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lento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siempre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Requiere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API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infraestructura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seria.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Tentación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usarlo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Local vs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6B7280"/>
                </a:solidFill>
                <a:latin typeface="Calibri"/>
              </a:rPr>
              <a:t>Semana 3 · Del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modelo</a:t>
            </a:r>
            <a:r>
              <a:rPr sz="1100" b="0" dirty="0">
                <a:solidFill>
                  <a:srgbClr val="6B7280"/>
                </a:solidFill>
                <a:latin typeface="Calibri"/>
              </a:rPr>
              <a:t> base al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asistente</a:t>
            </a:r>
            <a:r>
              <a:rPr sz="1100" b="0" dirty="0">
                <a:solidFill>
                  <a:srgbClr val="6B7280"/>
                </a:solidFill>
                <a:latin typeface="Calibri"/>
              </a:rPr>
              <a:t>   ·  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Arquitectura</a:t>
            </a:r>
            <a:r>
              <a:rPr sz="1100" b="0" dirty="0">
                <a:solidFill>
                  <a:srgbClr val="6B7280"/>
                </a:solidFill>
                <a:latin typeface="Calibri"/>
              </a:rPr>
              <a:t> de Software para Sistemas </a:t>
            </a:r>
            <a:r>
              <a:rPr sz="1100" b="0" dirty="0" err="1">
                <a:solidFill>
                  <a:srgbClr val="6B7280"/>
                </a:solidFill>
                <a:latin typeface="Calibri"/>
              </a:rPr>
              <a:t>Inteligentes</a:t>
            </a:r>
            <a:r>
              <a:rPr sz="1100" dirty="0">
                <a:solidFill>
                  <a:srgbClr val="6B7280"/>
                </a:solidFill>
                <a:latin typeface="Calibri"/>
              </a:rPr>
              <a:t>   ·   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Los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datos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salen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Costo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fijo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infraestructura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marginal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llamada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casi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cero.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Latencia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controlable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Tú operas,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actualizas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escalas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Sin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infraestructura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pagas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Acceso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capaces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Los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datos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viajan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un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tercero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revisar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contrato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retención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Dependencia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disponibilidad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cambios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proveedor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44DA5F-95DC-2629-051F-598F569B6180}"/>
              </a:ext>
            </a:extLst>
          </p:cNvPr>
          <p:cNvSpPr txBox="1"/>
          <p:nvPr/>
        </p:nvSpPr>
        <p:spPr>
          <a:xfrm>
            <a:off x="3367887" y="5301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3"/>
              </a:rPr>
              <a:t>https://www.canirun.ai/</a:t>
            </a:r>
            <a:endParaRPr lang="es-MX" dirty="0"/>
          </a:p>
          <a:p>
            <a:endParaRPr lang="es-MX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Estándar vs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Estándar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directamente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Latencia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proporcionales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Adecuado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clasificación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extracción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resumen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QA con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 dirty="0">
                <a:solidFill>
                  <a:schemeClr val="accent2"/>
                </a:solidFill>
                <a:latin typeface="Calibri"/>
              </a:rPr>
              <a:t>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Genera tokens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razonamiento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antes de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Mejor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problemas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multi-paso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verificables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Multiplica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latencia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diseño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Semana 14: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cómo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funciona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cuándo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que vale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pena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Requisitos que deciden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Confidencialidad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¿Los datos pueden salir? Decide local/API antes que 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Costo al volumen esperado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Llamadas por mes × tokens por llamada × precio. Si asusta, pequeño.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Latencia máxima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Interactivo (menos de 1 s) descarta grande y reasoning en la mayoría de los casos.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Calidad mínima medible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 mide en el dataset propio (semana 4); los benchmarks públicos solo orientan.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Control de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versiones</a:t>
            </a:r>
            <a:endParaRPr sz="1700" b="1" dirty="0">
              <a:solidFill>
                <a:srgbClr val="1F2A44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Si un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cambio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silencioso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rompe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sistema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hace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falta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abierto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versión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fijada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Capacidad de operar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Sin equipo para operar GPUs, local queda como promesa.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Tres casos discutidos en la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726580"/>
              </p:ext>
            </p:extLst>
          </p:nvPr>
        </p:nvGraphicFramePr>
        <p:xfrm>
          <a:off x="548639" y="2557272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Requisito dominante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Asistente sobre contratos confidenciales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Confidencialidad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Local o nube privada; abierto o cerrado con contrato; mediano; estándar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Clasificador de tickets, 1 M/mes, &lt; 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Costo y latencia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Pequeño; API con modelo pequeño o local por volumen; estándar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Tutor de matemáticas multi-paso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Calidad multi-paso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Grande; API; reasoning solo para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los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difíciles</a:t>
                      </a:r>
                      <a:endParaRPr sz="15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Las siete preguntas, aplicadas al post-training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¿Qué problema resuelve?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Un modelo base continúa texto; una aplicación necesita respuestas con formato y un comportamiento predecible.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¿Cómo funciona?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Seguir entrenando: SFT sobre pares instrucción-respuesta, luego optimización sobre preferencias.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¿Cuándo usarlo?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Siempre que se consuma un modelo desde una aplicación: se elige un instruct. El base queda para investigación o fine-tuning propio.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¿Cuándo no?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Para agregar conocimiento. Para eso: prompting con contexto o RAG.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¿Cómo evaluarlo?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Con el dataset propio, midiendo formato y corrección por separado (semana 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¿Qué puede fallar?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Alucinación fluida, complacencia, sobre-rechazo, sesgo del anotador, verbosidad.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se llevan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Base e instruct son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máquina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post-training cambia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comportamiento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conserva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mecanismo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conocimiento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SFT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enseña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formato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→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Preference optimization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enseña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preferir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El chat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marcadores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construye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Lo que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envía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decisión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software.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elige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desde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requisito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dominante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catálogo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viene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después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Artefacto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matriz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decisión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para la mesa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soporte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curso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Semana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3 · Del modelo base al asistente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El prompt es la forma de condicionar la distribución</a:t>
            </a:r>
          </a:p>
          <a:p>
            <a:pPr algn="ctr">
              <a:spcBef>
                <a:spcPts val="200"/>
              </a:spcBef>
            </a:pPr>
            <a:r>
              <a:rPr sz="2700" b="0">
                <a:solidFill>
                  <a:srgbClr val="FFFFFF"/>
                </a:solidFill>
                <a:latin typeface="Calibri"/>
              </a:rPr>
              <a:t>en tiempo de ejecución. Y lo construye la aplicación.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Anatomía de un prompt, ejemplos, restricciones verificables, structured outputs, versionado y regresión. Primera llamada a una API comercial, con registro de tokens y costo.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18951</TotalTime>
  <Words>5973</Words>
  <Application>Microsoft Macintosh PowerPoint</Application>
  <PresentationFormat>Panorámica</PresentationFormat>
  <Paragraphs>578</Paragraphs>
  <Slides>44</Slides>
  <Notes>44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Barrera Valdés</cp:lastModifiedBy>
  <cp:revision>5</cp:revision>
  <dcterms:created xsi:type="dcterms:W3CDTF">2013-01-27T09:14:16Z</dcterms:created>
  <dcterms:modified xsi:type="dcterms:W3CDTF">2026-10-02T02:27:45Z</dcterms:modified>
  <cp:category/>
</cp:coreProperties>
</file>